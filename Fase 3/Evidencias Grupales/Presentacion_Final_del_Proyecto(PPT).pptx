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Lovelo" charset="1" panose="02000000000000000000"/>
      <p:regular r:id="rId20"/>
    </p:embeddedFont>
    <p:embeddedFont>
      <p:font typeface="Open Sans" charset="1" panose="020B0606030504020204"/>
      <p:regular r:id="rId21"/>
    </p:embeddedFont>
    <p:embeddedFont>
      <p:font typeface="Open Sans Bold" charset="1" panose="020B0806030504020204"/>
      <p:regular r:id="rId22"/>
    </p:embeddedFont>
    <p:embeddedFont>
      <p:font typeface="Emmali" charset="1" panose="00000000000000000000"/>
      <p:regular r:id="rId23"/>
    </p:embeddedFont>
    <p:embeddedFont>
      <p:font typeface="Emmali Bold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5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14" Target="../media/image25.png" Type="http://schemas.openxmlformats.org/officeDocument/2006/relationships/image"/><Relationship Id="rId15" Target="../media/image26.png" Type="http://schemas.openxmlformats.org/officeDocument/2006/relationships/image"/><Relationship Id="rId16" Target="../media/image27.pn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7.jpe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36729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1228522" y="-19509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831152" y="6348755"/>
            <a:ext cx="6625696" cy="695706"/>
            <a:chOff x="0" y="0"/>
            <a:chExt cx="1745039" cy="1832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5039" cy="183231"/>
            </a:xfrm>
            <a:custGeom>
              <a:avLst/>
              <a:gdLst/>
              <a:ahLst/>
              <a:cxnLst/>
              <a:rect r="r" b="b" t="t" l="l"/>
              <a:pathLst>
                <a:path h="183231" w="1745039">
                  <a:moveTo>
                    <a:pt x="59592" y="0"/>
                  </a:moveTo>
                  <a:lnTo>
                    <a:pt x="1685448" y="0"/>
                  </a:lnTo>
                  <a:cubicBezTo>
                    <a:pt x="1718359" y="0"/>
                    <a:pt x="1745039" y="26680"/>
                    <a:pt x="1745039" y="59592"/>
                  </a:cubicBezTo>
                  <a:lnTo>
                    <a:pt x="1745039" y="123639"/>
                  </a:lnTo>
                  <a:cubicBezTo>
                    <a:pt x="1745039" y="139444"/>
                    <a:pt x="1738761" y="154601"/>
                    <a:pt x="1727585" y="165777"/>
                  </a:cubicBezTo>
                  <a:cubicBezTo>
                    <a:pt x="1716410" y="176953"/>
                    <a:pt x="1701252" y="183231"/>
                    <a:pt x="1685448" y="183231"/>
                  </a:cubicBezTo>
                  <a:lnTo>
                    <a:pt x="59592" y="183231"/>
                  </a:lnTo>
                  <a:cubicBezTo>
                    <a:pt x="43787" y="183231"/>
                    <a:pt x="28630" y="176953"/>
                    <a:pt x="17454" y="165777"/>
                  </a:cubicBezTo>
                  <a:cubicBezTo>
                    <a:pt x="6278" y="154601"/>
                    <a:pt x="0" y="139444"/>
                    <a:pt x="0" y="123639"/>
                  </a:cubicBezTo>
                  <a:lnTo>
                    <a:pt x="0" y="59592"/>
                  </a:lnTo>
                  <a:cubicBezTo>
                    <a:pt x="0" y="43787"/>
                    <a:pt x="6278" y="28630"/>
                    <a:pt x="17454" y="17454"/>
                  </a:cubicBezTo>
                  <a:cubicBezTo>
                    <a:pt x="28630" y="6278"/>
                    <a:pt x="43787" y="0"/>
                    <a:pt x="59592" y="0"/>
                  </a:cubicBez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45039" cy="221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405" y="1744341"/>
            <a:ext cx="2037574" cy="2037574"/>
          </a:xfrm>
          <a:custGeom>
            <a:avLst/>
            <a:gdLst/>
            <a:ahLst/>
            <a:cxnLst/>
            <a:rect r="r" b="b" t="t" l="l"/>
            <a:pathLst>
              <a:path h="2037574" w="2037574">
                <a:moveTo>
                  <a:pt x="0" y="0"/>
                </a:moveTo>
                <a:lnTo>
                  <a:pt x="2037574" y="0"/>
                </a:lnTo>
                <a:lnTo>
                  <a:pt x="2037574" y="2037574"/>
                </a:lnTo>
                <a:lnTo>
                  <a:pt x="0" y="20375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524354" y="7549626"/>
            <a:ext cx="2139731" cy="2139731"/>
          </a:xfrm>
          <a:custGeom>
            <a:avLst/>
            <a:gdLst/>
            <a:ahLst/>
            <a:cxnLst/>
            <a:rect r="r" b="b" t="t" l="l"/>
            <a:pathLst>
              <a:path h="2139731" w="2139731">
                <a:moveTo>
                  <a:pt x="0" y="0"/>
                </a:moveTo>
                <a:lnTo>
                  <a:pt x="2139730" y="0"/>
                </a:lnTo>
                <a:lnTo>
                  <a:pt x="2139730" y="2139730"/>
                </a:lnTo>
                <a:lnTo>
                  <a:pt x="0" y="21397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719191" y="2874551"/>
            <a:ext cx="2583574" cy="907364"/>
            <a:chOff x="0" y="0"/>
            <a:chExt cx="680448" cy="2389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0448" cy="238977"/>
            </a:xfrm>
            <a:custGeom>
              <a:avLst/>
              <a:gdLst/>
              <a:ahLst/>
              <a:cxnLst/>
              <a:rect r="r" b="b" t="t" l="l"/>
              <a:pathLst>
                <a:path h="238977" w="680448">
                  <a:moveTo>
                    <a:pt x="0" y="0"/>
                  </a:moveTo>
                  <a:lnTo>
                    <a:pt x="680448" y="0"/>
                  </a:lnTo>
                  <a:lnTo>
                    <a:pt x="680448" y="238977"/>
                  </a:lnTo>
                  <a:lnTo>
                    <a:pt x="0" y="238977"/>
                  </a:ln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80448" cy="277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405" y="0"/>
            <a:ext cx="5673495" cy="1393270"/>
          </a:xfrm>
          <a:custGeom>
            <a:avLst/>
            <a:gdLst/>
            <a:ahLst/>
            <a:cxnLst/>
            <a:rect r="r" b="b" t="t" l="l"/>
            <a:pathLst>
              <a:path h="1393270" w="5673495">
                <a:moveTo>
                  <a:pt x="0" y="0"/>
                </a:moveTo>
                <a:lnTo>
                  <a:pt x="5673495" y="0"/>
                </a:lnTo>
                <a:lnTo>
                  <a:pt x="5673495" y="1393270"/>
                </a:lnTo>
                <a:lnTo>
                  <a:pt x="0" y="13932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683900" y="3705715"/>
            <a:ext cx="692020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C326D"/>
                </a:solidFill>
                <a:latin typeface="Lovelo"/>
                <a:ea typeface="Lovelo"/>
                <a:cs typeface="Lovelo"/>
                <a:sym typeface="Lovelo"/>
              </a:rPr>
              <a:t>PROYECTO: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83900" y="4889447"/>
            <a:ext cx="692020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C326D"/>
                </a:solidFill>
                <a:latin typeface="Lovelo"/>
                <a:ea typeface="Lovelo"/>
                <a:cs typeface="Lovelo"/>
                <a:sym typeface="Lovelo"/>
              </a:rPr>
              <a:t>ATHLETIA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78404" y="6389316"/>
            <a:ext cx="6331192" cy="547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0"/>
              </a:lnSpc>
            </a:pPr>
            <a:r>
              <a:rPr lang="en-US" sz="317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PRESENTACIÓN FINAL CAPSTONE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74041" y="2931938"/>
            <a:ext cx="2673874" cy="849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9"/>
              </a:lnSpc>
            </a:pPr>
            <a:r>
              <a:rPr lang="en-US" sz="4914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0D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076759" y="0"/>
            <a:ext cx="4211241" cy="5143500"/>
          </a:xfrm>
          <a:custGeom>
            <a:avLst/>
            <a:gdLst/>
            <a:ahLst/>
            <a:cxnLst/>
            <a:rect r="r" b="b" t="t" l="l"/>
            <a:pathLst>
              <a:path h="5143500" w="4211241">
                <a:moveTo>
                  <a:pt x="4211241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4211241" y="0"/>
                </a:lnTo>
                <a:lnTo>
                  <a:pt x="4211241" y="51435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144930"/>
            <a:ext cx="4056184" cy="10287000"/>
            <a:chOff x="0" y="0"/>
            <a:chExt cx="106829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6829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068295">
                  <a:moveTo>
                    <a:pt x="0" y="0"/>
                  </a:moveTo>
                  <a:lnTo>
                    <a:pt x="1068295" y="0"/>
                  </a:lnTo>
                  <a:lnTo>
                    <a:pt x="106829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6829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4657138"/>
            <a:ext cx="4609449" cy="5629862"/>
          </a:xfrm>
          <a:custGeom>
            <a:avLst/>
            <a:gdLst/>
            <a:ahLst/>
            <a:cxnLst/>
            <a:rect r="r" b="b" t="t" l="l"/>
            <a:pathLst>
              <a:path h="5629862" w="4609449">
                <a:moveTo>
                  <a:pt x="0" y="0"/>
                </a:moveTo>
                <a:lnTo>
                  <a:pt x="4609449" y="0"/>
                </a:lnTo>
                <a:lnTo>
                  <a:pt x="4609449" y="5629862"/>
                </a:lnTo>
                <a:lnTo>
                  <a:pt x="0" y="5629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56211" y="5150396"/>
            <a:ext cx="2543762" cy="2543762"/>
          </a:xfrm>
          <a:custGeom>
            <a:avLst/>
            <a:gdLst/>
            <a:ahLst/>
            <a:cxnLst/>
            <a:rect r="r" b="b" t="t" l="l"/>
            <a:pathLst>
              <a:path h="2543762" w="2543762">
                <a:moveTo>
                  <a:pt x="0" y="0"/>
                </a:moveTo>
                <a:lnTo>
                  <a:pt x="2543762" y="0"/>
                </a:lnTo>
                <a:lnTo>
                  <a:pt x="2543762" y="2543761"/>
                </a:lnTo>
                <a:lnTo>
                  <a:pt x="0" y="25437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035678" y="2571750"/>
            <a:ext cx="3467100" cy="4592185"/>
          </a:xfrm>
          <a:custGeom>
            <a:avLst/>
            <a:gdLst/>
            <a:ahLst/>
            <a:cxnLst/>
            <a:rect r="r" b="b" t="t" l="l"/>
            <a:pathLst>
              <a:path h="4592185" w="3467100">
                <a:moveTo>
                  <a:pt x="0" y="0"/>
                </a:moveTo>
                <a:lnTo>
                  <a:pt x="3467100" y="0"/>
                </a:lnTo>
                <a:lnTo>
                  <a:pt x="3467100" y="4592185"/>
                </a:lnTo>
                <a:lnTo>
                  <a:pt x="0" y="4592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043659" y="2714310"/>
            <a:ext cx="3459386" cy="4500014"/>
          </a:xfrm>
          <a:custGeom>
            <a:avLst/>
            <a:gdLst/>
            <a:ahLst/>
            <a:cxnLst/>
            <a:rect r="r" b="b" t="t" l="l"/>
            <a:pathLst>
              <a:path h="4500014" w="3459386">
                <a:moveTo>
                  <a:pt x="0" y="0"/>
                </a:moveTo>
                <a:lnTo>
                  <a:pt x="3459387" y="0"/>
                </a:lnTo>
                <a:lnTo>
                  <a:pt x="3459387" y="4500014"/>
                </a:lnTo>
                <a:lnTo>
                  <a:pt x="0" y="45000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048300" y="6858583"/>
            <a:ext cx="3441856" cy="2374861"/>
            <a:chOff x="0" y="0"/>
            <a:chExt cx="906497" cy="6254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6497" cy="625478"/>
            </a:xfrm>
            <a:custGeom>
              <a:avLst/>
              <a:gdLst/>
              <a:ahLst/>
              <a:cxnLst/>
              <a:rect r="r" b="b" t="t" l="l"/>
              <a:pathLst>
                <a:path h="625478" w="906497">
                  <a:moveTo>
                    <a:pt x="114717" y="0"/>
                  </a:moveTo>
                  <a:lnTo>
                    <a:pt x="791781" y="0"/>
                  </a:lnTo>
                  <a:cubicBezTo>
                    <a:pt x="855137" y="0"/>
                    <a:pt x="906497" y="51360"/>
                    <a:pt x="906497" y="114717"/>
                  </a:cubicBezTo>
                  <a:lnTo>
                    <a:pt x="906497" y="510761"/>
                  </a:lnTo>
                  <a:cubicBezTo>
                    <a:pt x="906497" y="541186"/>
                    <a:pt x="894411" y="570365"/>
                    <a:pt x="872897" y="591878"/>
                  </a:cubicBezTo>
                  <a:cubicBezTo>
                    <a:pt x="851384" y="613392"/>
                    <a:pt x="822205" y="625478"/>
                    <a:pt x="791781" y="625478"/>
                  </a:cubicBezTo>
                  <a:lnTo>
                    <a:pt x="114717" y="625478"/>
                  </a:lnTo>
                  <a:cubicBezTo>
                    <a:pt x="84292" y="625478"/>
                    <a:pt x="55113" y="613392"/>
                    <a:pt x="33600" y="591878"/>
                  </a:cubicBezTo>
                  <a:cubicBezTo>
                    <a:pt x="12086" y="570365"/>
                    <a:pt x="0" y="541186"/>
                    <a:pt x="0" y="510761"/>
                  </a:cubicBezTo>
                  <a:lnTo>
                    <a:pt x="0" y="114717"/>
                  </a:lnTo>
                  <a:cubicBezTo>
                    <a:pt x="0" y="84292"/>
                    <a:pt x="12086" y="55113"/>
                    <a:pt x="33600" y="33600"/>
                  </a:cubicBezTo>
                  <a:cubicBezTo>
                    <a:pt x="55113" y="12086"/>
                    <a:pt x="84292" y="0"/>
                    <a:pt x="114717" y="0"/>
                  </a:cubicBez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06497" cy="663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59833" y="1033295"/>
            <a:ext cx="333124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561933" y="2617835"/>
            <a:ext cx="3459386" cy="4500014"/>
          </a:xfrm>
          <a:custGeom>
            <a:avLst/>
            <a:gdLst/>
            <a:ahLst/>
            <a:cxnLst/>
            <a:rect r="r" b="b" t="t" l="l"/>
            <a:pathLst>
              <a:path h="4500014" w="3459386">
                <a:moveTo>
                  <a:pt x="0" y="0"/>
                </a:moveTo>
                <a:lnTo>
                  <a:pt x="3459386" y="0"/>
                </a:lnTo>
                <a:lnTo>
                  <a:pt x="3459386" y="4500015"/>
                </a:lnTo>
                <a:lnTo>
                  <a:pt x="0" y="45000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488626" y="6858583"/>
            <a:ext cx="3616471" cy="2399717"/>
            <a:chOff x="0" y="0"/>
            <a:chExt cx="952486" cy="63202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2486" cy="632024"/>
            </a:xfrm>
            <a:custGeom>
              <a:avLst/>
              <a:gdLst/>
              <a:ahLst/>
              <a:cxnLst/>
              <a:rect r="r" b="b" t="t" l="l"/>
              <a:pathLst>
                <a:path h="632024" w="952486">
                  <a:moveTo>
                    <a:pt x="109178" y="0"/>
                  </a:moveTo>
                  <a:lnTo>
                    <a:pt x="843309" y="0"/>
                  </a:lnTo>
                  <a:cubicBezTo>
                    <a:pt x="872264" y="0"/>
                    <a:pt x="900034" y="11503"/>
                    <a:pt x="920509" y="31977"/>
                  </a:cubicBezTo>
                  <a:cubicBezTo>
                    <a:pt x="940984" y="52452"/>
                    <a:pt x="952486" y="80222"/>
                    <a:pt x="952486" y="109178"/>
                  </a:cubicBezTo>
                  <a:lnTo>
                    <a:pt x="952486" y="522847"/>
                  </a:lnTo>
                  <a:cubicBezTo>
                    <a:pt x="952486" y="583144"/>
                    <a:pt x="903606" y="632024"/>
                    <a:pt x="843309" y="632024"/>
                  </a:cubicBezTo>
                  <a:lnTo>
                    <a:pt x="109178" y="632024"/>
                  </a:lnTo>
                  <a:cubicBezTo>
                    <a:pt x="48881" y="632024"/>
                    <a:pt x="0" y="583144"/>
                    <a:pt x="0" y="522847"/>
                  </a:cubicBezTo>
                  <a:lnTo>
                    <a:pt x="0" y="109178"/>
                  </a:lnTo>
                  <a:cubicBezTo>
                    <a:pt x="0" y="48881"/>
                    <a:pt x="48881" y="0"/>
                    <a:pt x="109178" y="0"/>
                  </a:cubicBez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52486" cy="670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043659" y="6877539"/>
            <a:ext cx="3459386" cy="2380761"/>
            <a:chOff x="0" y="0"/>
            <a:chExt cx="911114" cy="6270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1114" cy="627032"/>
            </a:xfrm>
            <a:custGeom>
              <a:avLst/>
              <a:gdLst/>
              <a:ahLst/>
              <a:cxnLst/>
              <a:rect r="r" b="b" t="t" l="l"/>
              <a:pathLst>
                <a:path h="627032" w="911114">
                  <a:moveTo>
                    <a:pt x="114135" y="0"/>
                  </a:moveTo>
                  <a:lnTo>
                    <a:pt x="796979" y="0"/>
                  </a:lnTo>
                  <a:cubicBezTo>
                    <a:pt x="860014" y="0"/>
                    <a:pt x="911114" y="51100"/>
                    <a:pt x="911114" y="114135"/>
                  </a:cubicBezTo>
                  <a:lnTo>
                    <a:pt x="911114" y="512897"/>
                  </a:lnTo>
                  <a:cubicBezTo>
                    <a:pt x="911114" y="543167"/>
                    <a:pt x="899089" y="572198"/>
                    <a:pt x="877685" y="593602"/>
                  </a:cubicBezTo>
                  <a:cubicBezTo>
                    <a:pt x="856280" y="615007"/>
                    <a:pt x="827249" y="627032"/>
                    <a:pt x="796979" y="627032"/>
                  </a:cubicBezTo>
                  <a:lnTo>
                    <a:pt x="114135" y="627032"/>
                  </a:lnTo>
                  <a:cubicBezTo>
                    <a:pt x="83865" y="627032"/>
                    <a:pt x="54834" y="615007"/>
                    <a:pt x="33429" y="593602"/>
                  </a:cubicBezTo>
                  <a:cubicBezTo>
                    <a:pt x="12025" y="572198"/>
                    <a:pt x="0" y="543167"/>
                    <a:pt x="0" y="512897"/>
                  </a:cubicBezTo>
                  <a:lnTo>
                    <a:pt x="0" y="114135"/>
                  </a:lnTo>
                  <a:cubicBezTo>
                    <a:pt x="0" y="83865"/>
                    <a:pt x="12025" y="54834"/>
                    <a:pt x="33429" y="33429"/>
                  </a:cubicBezTo>
                  <a:cubicBezTo>
                    <a:pt x="54834" y="12025"/>
                    <a:pt x="83865" y="0"/>
                    <a:pt x="114135" y="0"/>
                  </a:cubicBez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1114" cy="6651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010535" y="6820483"/>
            <a:ext cx="3555033" cy="397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1"/>
              </a:lnSpc>
              <a:spcBef>
                <a:spcPct val="0"/>
              </a:spcBef>
            </a:pPr>
            <a:r>
              <a:rPr lang="en-US" sz="23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Gabriel Verdejo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18955" y="6945169"/>
            <a:ext cx="3555033" cy="397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1"/>
              </a:lnSpc>
              <a:spcBef>
                <a:spcPct val="0"/>
              </a:spcBef>
            </a:pPr>
            <a:r>
              <a:rPr lang="en-US" sz="23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Bruno Moreno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71772" y="6964125"/>
            <a:ext cx="3555033" cy="397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1"/>
              </a:lnSpc>
              <a:spcBef>
                <a:spcPct val="0"/>
              </a:spcBef>
            </a:pPr>
            <a:r>
              <a:rPr lang="en-US" sz="23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Jonathan Gaete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85261" y="7272952"/>
            <a:ext cx="3005582" cy="286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5"/>
              </a:lnSpc>
              <a:spcBef>
                <a:spcPct val="0"/>
              </a:spcBef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Product Owner(PO)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690045" y="7397639"/>
            <a:ext cx="3005582" cy="286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5"/>
              </a:lnSpc>
              <a:spcBef>
                <a:spcPct val="0"/>
              </a:spcBef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Scrum Master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323379" y="7416595"/>
            <a:ext cx="3005582" cy="286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5"/>
              </a:lnSpc>
              <a:spcBef>
                <a:spcPct val="0"/>
              </a:spcBef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Developer Team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4560196" y="2624284"/>
            <a:ext cx="3459386" cy="4500014"/>
          </a:xfrm>
          <a:custGeom>
            <a:avLst/>
            <a:gdLst/>
            <a:ahLst/>
            <a:cxnLst/>
            <a:rect r="r" b="b" t="t" l="l"/>
            <a:pathLst>
              <a:path h="4500014" w="3459386">
                <a:moveTo>
                  <a:pt x="0" y="0"/>
                </a:moveTo>
                <a:lnTo>
                  <a:pt x="3459386" y="0"/>
                </a:lnTo>
                <a:lnTo>
                  <a:pt x="3459386" y="4500014"/>
                </a:lnTo>
                <a:lnTo>
                  <a:pt x="0" y="45000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4560196" y="6787512"/>
            <a:ext cx="3459386" cy="2470788"/>
            <a:chOff x="0" y="0"/>
            <a:chExt cx="911114" cy="65074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1114" cy="650742"/>
            </a:xfrm>
            <a:custGeom>
              <a:avLst/>
              <a:gdLst/>
              <a:ahLst/>
              <a:cxnLst/>
              <a:rect r="r" b="b" t="t" l="l"/>
              <a:pathLst>
                <a:path h="650742" w="911114">
                  <a:moveTo>
                    <a:pt x="114135" y="0"/>
                  </a:moveTo>
                  <a:lnTo>
                    <a:pt x="796979" y="0"/>
                  </a:lnTo>
                  <a:cubicBezTo>
                    <a:pt x="860014" y="0"/>
                    <a:pt x="911114" y="51100"/>
                    <a:pt x="911114" y="114135"/>
                  </a:cubicBezTo>
                  <a:lnTo>
                    <a:pt x="911114" y="536607"/>
                  </a:lnTo>
                  <a:cubicBezTo>
                    <a:pt x="911114" y="566878"/>
                    <a:pt x="899089" y="595909"/>
                    <a:pt x="877685" y="617313"/>
                  </a:cubicBezTo>
                  <a:cubicBezTo>
                    <a:pt x="856280" y="638718"/>
                    <a:pt x="827249" y="650742"/>
                    <a:pt x="796979" y="650742"/>
                  </a:cubicBezTo>
                  <a:lnTo>
                    <a:pt x="114135" y="650742"/>
                  </a:lnTo>
                  <a:cubicBezTo>
                    <a:pt x="83865" y="650742"/>
                    <a:pt x="54834" y="638718"/>
                    <a:pt x="33429" y="617313"/>
                  </a:cubicBezTo>
                  <a:cubicBezTo>
                    <a:pt x="12025" y="595909"/>
                    <a:pt x="0" y="566878"/>
                    <a:pt x="0" y="536607"/>
                  </a:cubicBezTo>
                  <a:lnTo>
                    <a:pt x="0" y="114135"/>
                  </a:lnTo>
                  <a:cubicBezTo>
                    <a:pt x="0" y="83865"/>
                    <a:pt x="12025" y="54834"/>
                    <a:pt x="33429" y="33429"/>
                  </a:cubicBezTo>
                  <a:cubicBezTo>
                    <a:pt x="54834" y="12025"/>
                    <a:pt x="83865" y="0"/>
                    <a:pt x="114135" y="0"/>
                  </a:cubicBez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11114" cy="688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4688308" y="6874099"/>
            <a:ext cx="3555033" cy="397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1"/>
              </a:lnSpc>
              <a:spcBef>
                <a:spcPct val="0"/>
              </a:spcBef>
            </a:pPr>
            <a:r>
              <a:rPr lang="en-US" sz="23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Gonzalo Monreal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839916" y="7326568"/>
            <a:ext cx="3005582" cy="286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5"/>
              </a:lnSpc>
              <a:spcBef>
                <a:spcPct val="0"/>
              </a:spcBef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Developer Team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285261" y="7664117"/>
            <a:ext cx="3005582" cy="1204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0931" indent="-185466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Analista funcional</a:t>
            </a:r>
          </a:p>
          <a:p>
            <a:pPr algn="l" marL="370931" indent="-185466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Desarrollo fullstack</a:t>
            </a:r>
          </a:p>
          <a:p>
            <a:pPr algn="l" marL="370931" indent="-185466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Análisis de datos</a:t>
            </a:r>
          </a:p>
          <a:p>
            <a:pPr algn="l" marL="370931" indent="-185466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Integración de IA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794071" y="7741178"/>
            <a:ext cx="3005582" cy="1204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0931" indent="-185466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Facilitador Scrum</a:t>
            </a:r>
          </a:p>
          <a:p>
            <a:pPr algn="l" marL="370931" indent="-185466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Analista funcional</a:t>
            </a:r>
          </a:p>
          <a:p>
            <a:pPr algn="l" marL="370931" indent="-185466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QA y control de calidad</a:t>
            </a:r>
          </a:p>
          <a:p>
            <a:pPr algn="l" marL="370931" indent="-185466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Gestión documental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409897" y="7760134"/>
            <a:ext cx="3005582" cy="1204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0931" indent="-185466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Desarrollo fullstack</a:t>
            </a:r>
          </a:p>
          <a:p>
            <a:pPr algn="l" marL="370931" indent="-185466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QA tecnico</a:t>
            </a:r>
          </a:p>
          <a:p>
            <a:pPr algn="l" marL="370931" indent="-185466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Arquitectura</a:t>
            </a:r>
          </a:p>
          <a:p>
            <a:pPr algn="l" marL="370931" indent="-185466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Gestión documental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025723" y="7779090"/>
            <a:ext cx="3005582" cy="1204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0931" indent="-185466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Desarrollo backend</a:t>
            </a:r>
          </a:p>
          <a:p>
            <a:pPr algn="l" marL="370931" indent="-185466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UI/UX Specialist</a:t>
            </a:r>
          </a:p>
          <a:p>
            <a:pPr algn="l" marL="370931" indent="-185466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Diseñador funcional</a:t>
            </a:r>
          </a:p>
          <a:p>
            <a:pPr algn="l" marL="370931" indent="-185466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Documentación visual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235527" y="335748"/>
            <a:ext cx="692020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C326D"/>
                </a:solidFill>
                <a:latin typeface="Lovelo"/>
                <a:ea typeface="Lovelo"/>
                <a:cs typeface="Lovelo"/>
                <a:sym typeface="Lovelo"/>
              </a:rPr>
              <a:t>ATHLETIA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5715" y="-29633"/>
            <a:ext cx="15712285" cy="2116667"/>
            <a:chOff x="0" y="0"/>
            <a:chExt cx="4138215" cy="557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38215" cy="557476"/>
            </a:xfrm>
            <a:custGeom>
              <a:avLst/>
              <a:gdLst/>
              <a:ahLst/>
              <a:cxnLst/>
              <a:rect r="r" b="b" t="t" l="l"/>
              <a:pathLst>
                <a:path h="557476" w="4138215">
                  <a:moveTo>
                    <a:pt x="0" y="0"/>
                  </a:moveTo>
                  <a:lnTo>
                    <a:pt x="4138215" y="0"/>
                  </a:lnTo>
                  <a:lnTo>
                    <a:pt x="4138215" y="557476"/>
                  </a:lnTo>
                  <a:lnTo>
                    <a:pt x="0" y="557476"/>
                  </a:ln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38215" cy="595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14076759" y="0"/>
            <a:ext cx="4211241" cy="5143500"/>
          </a:xfrm>
          <a:custGeom>
            <a:avLst/>
            <a:gdLst/>
            <a:ahLst/>
            <a:cxnLst/>
            <a:rect r="r" b="b" t="t" l="l"/>
            <a:pathLst>
              <a:path h="5143500" w="4211241">
                <a:moveTo>
                  <a:pt x="4211241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4211241" y="0"/>
                </a:lnTo>
                <a:lnTo>
                  <a:pt x="4211241" y="51435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4657138"/>
            <a:ext cx="4609449" cy="5629862"/>
          </a:xfrm>
          <a:custGeom>
            <a:avLst/>
            <a:gdLst/>
            <a:ahLst/>
            <a:cxnLst/>
            <a:rect r="r" b="b" t="t" l="l"/>
            <a:pathLst>
              <a:path h="5629862" w="4609449">
                <a:moveTo>
                  <a:pt x="0" y="0"/>
                </a:moveTo>
                <a:lnTo>
                  <a:pt x="4609449" y="0"/>
                </a:lnTo>
                <a:lnTo>
                  <a:pt x="4609449" y="5629862"/>
                </a:lnTo>
                <a:lnTo>
                  <a:pt x="0" y="5629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4817" y="0"/>
            <a:ext cx="2087033" cy="2087033"/>
          </a:xfrm>
          <a:custGeom>
            <a:avLst/>
            <a:gdLst/>
            <a:ahLst/>
            <a:cxnLst/>
            <a:rect r="r" b="b" t="t" l="l"/>
            <a:pathLst>
              <a:path h="2087033" w="2087033">
                <a:moveTo>
                  <a:pt x="0" y="0"/>
                </a:moveTo>
                <a:lnTo>
                  <a:pt x="2087034" y="0"/>
                </a:lnTo>
                <a:lnTo>
                  <a:pt x="2087034" y="2087033"/>
                </a:lnTo>
                <a:lnTo>
                  <a:pt x="0" y="2087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82380" y="8199967"/>
            <a:ext cx="2087033" cy="2087033"/>
          </a:xfrm>
          <a:custGeom>
            <a:avLst/>
            <a:gdLst/>
            <a:ahLst/>
            <a:cxnLst/>
            <a:rect r="r" b="b" t="t" l="l"/>
            <a:pathLst>
              <a:path h="2087033" w="2087033">
                <a:moveTo>
                  <a:pt x="0" y="0"/>
                </a:moveTo>
                <a:lnTo>
                  <a:pt x="2087033" y="0"/>
                </a:lnTo>
                <a:lnTo>
                  <a:pt x="2087033" y="2087033"/>
                </a:lnTo>
                <a:lnTo>
                  <a:pt x="0" y="2087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166533" y="70216"/>
            <a:ext cx="12387754" cy="3498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40"/>
              </a:lnSpc>
            </a:pPr>
            <a:r>
              <a:rPr lang="en-US" b="true" sz="1002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ATHLETIA</a:t>
            </a:r>
          </a:p>
          <a:p>
            <a:pPr algn="just">
              <a:lnSpc>
                <a:spcPts val="1404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439562" y="4222766"/>
            <a:ext cx="5815729" cy="264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1"/>
              </a:lnSpc>
            </a:pPr>
            <a:r>
              <a:rPr lang="en-US" sz="3058">
                <a:solidFill>
                  <a:srgbClr val="27503E"/>
                </a:solidFill>
                <a:latin typeface="Emmali"/>
                <a:ea typeface="Emmali"/>
                <a:cs typeface="Emmali"/>
                <a:sym typeface="Emmali"/>
              </a:rPr>
              <a:t>Los usuarios no tienen una plataforma centralizada que organice su entrenamiento y entregue recomendaciones reales basadas en sus datos (dinámico).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72217" y="2973448"/>
            <a:ext cx="5529133" cy="1262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19"/>
              </a:lnSpc>
            </a:pPr>
            <a:r>
              <a:rPr lang="en-US" sz="7299">
                <a:solidFill>
                  <a:srgbClr val="0C326D"/>
                </a:solidFill>
                <a:latin typeface="Lovelo"/>
                <a:ea typeface="Lovelo"/>
                <a:cs typeface="Lovelo"/>
                <a:sym typeface="Lovelo"/>
              </a:rPr>
              <a:t>PROBLEMA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22072" y="4178678"/>
            <a:ext cx="7176656" cy="2694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4"/>
              </a:lnSpc>
            </a:pPr>
            <a:r>
              <a:rPr lang="en-US" sz="3060">
                <a:solidFill>
                  <a:srgbClr val="27503E"/>
                </a:solidFill>
                <a:latin typeface="Emmali"/>
                <a:ea typeface="Emmali"/>
                <a:cs typeface="Emmali"/>
                <a:sym typeface="Emmali"/>
              </a:rPr>
              <a:t>AthletIA reúne en una sola plataforma rutinas personalizadas con IA, progreso, salud, calendario y funciones sociales, ofreciendo recomendaciones y métricas que guían al usuario de forma organizada.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8656" y="2973448"/>
            <a:ext cx="5529133" cy="1262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19"/>
              </a:lnSpc>
            </a:pPr>
            <a:r>
              <a:rPr lang="en-US" sz="7299">
                <a:solidFill>
                  <a:srgbClr val="0C326D"/>
                </a:solidFill>
                <a:latin typeface="Lovelo"/>
                <a:ea typeface="Lovelo"/>
                <a:cs typeface="Lovelo"/>
                <a:sym typeface="Lovelo"/>
              </a:rPr>
              <a:t>SOLUCIÓN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57128" y="-29633"/>
            <a:ext cx="15712285" cy="2116667"/>
            <a:chOff x="0" y="0"/>
            <a:chExt cx="4138215" cy="557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38215" cy="557476"/>
            </a:xfrm>
            <a:custGeom>
              <a:avLst/>
              <a:gdLst/>
              <a:ahLst/>
              <a:cxnLst/>
              <a:rect r="r" b="b" t="t" l="l"/>
              <a:pathLst>
                <a:path h="557476" w="4138215">
                  <a:moveTo>
                    <a:pt x="0" y="0"/>
                  </a:moveTo>
                  <a:lnTo>
                    <a:pt x="4138215" y="0"/>
                  </a:lnTo>
                  <a:lnTo>
                    <a:pt x="4138215" y="557476"/>
                  </a:lnTo>
                  <a:lnTo>
                    <a:pt x="0" y="557476"/>
                  </a:ln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38215" cy="595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14076759" y="0"/>
            <a:ext cx="4211241" cy="5143500"/>
          </a:xfrm>
          <a:custGeom>
            <a:avLst/>
            <a:gdLst/>
            <a:ahLst/>
            <a:cxnLst/>
            <a:rect r="r" b="b" t="t" l="l"/>
            <a:pathLst>
              <a:path h="5143500" w="4211241">
                <a:moveTo>
                  <a:pt x="4211241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4211241" y="0"/>
                </a:lnTo>
                <a:lnTo>
                  <a:pt x="4211241" y="51435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4657138"/>
            <a:ext cx="4609449" cy="5629862"/>
          </a:xfrm>
          <a:custGeom>
            <a:avLst/>
            <a:gdLst/>
            <a:ahLst/>
            <a:cxnLst/>
            <a:rect r="r" b="b" t="t" l="l"/>
            <a:pathLst>
              <a:path h="5629862" w="4609449">
                <a:moveTo>
                  <a:pt x="0" y="0"/>
                </a:moveTo>
                <a:lnTo>
                  <a:pt x="4609449" y="0"/>
                </a:lnTo>
                <a:lnTo>
                  <a:pt x="4609449" y="5629862"/>
                </a:lnTo>
                <a:lnTo>
                  <a:pt x="0" y="5629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4817" y="0"/>
            <a:ext cx="2087033" cy="2087033"/>
          </a:xfrm>
          <a:custGeom>
            <a:avLst/>
            <a:gdLst/>
            <a:ahLst/>
            <a:cxnLst/>
            <a:rect r="r" b="b" t="t" l="l"/>
            <a:pathLst>
              <a:path h="2087033" w="2087033">
                <a:moveTo>
                  <a:pt x="0" y="0"/>
                </a:moveTo>
                <a:lnTo>
                  <a:pt x="2087034" y="0"/>
                </a:lnTo>
                <a:lnTo>
                  <a:pt x="2087034" y="2087033"/>
                </a:lnTo>
                <a:lnTo>
                  <a:pt x="0" y="2087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009021" y="9026608"/>
            <a:ext cx="1260392" cy="1260392"/>
          </a:xfrm>
          <a:custGeom>
            <a:avLst/>
            <a:gdLst/>
            <a:ahLst/>
            <a:cxnLst/>
            <a:rect r="r" b="b" t="t" l="l"/>
            <a:pathLst>
              <a:path h="1260392" w="1260392">
                <a:moveTo>
                  <a:pt x="0" y="0"/>
                </a:moveTo>
                <a:lnTo>
                  <a:pt x="1260392" y="0"/>
                </a:lnTo>
                <a:lnTo>
                  <a:pt x="1260392" y="1260392"/>
                </a:lnTo>
                <a:lnTo>
                  <a:pt x="0" y="12603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166533" y="70216"/>
            <a:ext cx="12387754" cy="171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40"/>
              </a:lnSpc>
            </a:pPr>
            <a:r>
              <a:rPr lang="en-US" sz="1002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ATHLETIA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575715" y="2250465"/>
            <a:ext cx="13757767" cy="5870330"/>
            <a:chOff x="0" y="0"/>
            <a:chExt cx="18343690" cy="782710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4825494"/>
              <a:ext cx="18343690" cy="30016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4243" indent="-282122" lvl="1">
                <a:lnSpc>
                  <a:spcPts val="3658"/>
                </a:lnSpc>
                <a:buFont typeface="Arial"/>
                <a:buChar char="•"/>
              </a:pPr>
              <a:r>
                <a:rPr lang="en-US" sz="2613">
                  <a:solidFill>
                    <a:srgbClr val="0C326D"/>
                  </a:solidFill>
                  <a:latin typeface="Emmali"/>
                  <a:ea typeface="Emmali"/>
                  <a:cs typeface="Emmali"/>
                  <a:sym typeface="Emmali"/>
                </a:rPr>
                <a:t>Diseñar y desarrollar la arquitectura del sistema, incluyendo frontend, backend y BB.DD.</a:t>
              </a:r>
            </a:p>
            <a:p>
              <a:pPr algn="l" marL="564243" indent="-282122" lvl="1">
                <a:lnSpc>
                  <a:spcPts val="3658"/>
                </a:lnSpc>
                <a:buFont typeface="Arial"/>
                <a:buChar char="•"/>
              </a:pPr>
              <a:r>
                <a:rPr lang="en-US" sz="2613">
                  <a:solidFill>
                    <a:srgbClr val="0C326D"/>
                  </a:solidFill>
                  <a:latin typeface="Emmali"/>
                  <a:ea typeface="Emmali"/>
                  <a:cs typeface="Emmali"/>
                  <a:sym typeface="Emmali"/>
                </a:rPr>
                <a:t>Implementar un modelo predictivo que recomiende rutinas de entrenamiento personalizadas.</a:t>
              </a:r>
            </a:p>
            <a:p>
              <a:pPr algn="l" marL="564243" indent="-282122" lvl="1">
                <a:lnSpc>
                  <a:spcPts val="3658"/>
                </a:lnSpc>
                <a:buFont typeface="Arial"/>
                <a:buChar char="•"/>
              </a:pPr>
              <a:r>
                <a:rPr lang="en-US" sz="2613">
                  <a:solidFill>
                    <a:srgbClr val="0C326D"/>
                  </a:solidFill>
                  <a:latin typeface="Emmali"/>
                  <a:ea typeface="Emmali"/>
                  <a:cs typeface="Emmali"/>
                  <a:sym typeface="Emmali"/>
                </a:rPr>
                <a:t>Crear funcionalidades interactivas y sociales que mejoren la experiencia del usuario.</a:t>
              </a:r>
            </a:p>
            <a:p>
              <a:pPr algn="l" marL="564243" indent="-282122" lvl="1">
                <a:lnSpc>
                  <a:spcPts val="3658"/>
                </a:lnSpc>
                <a:buFont typeface="Arial"/>
                <a:buChar char="•"/>
              </a:pPr>
              <a:r>
                <a:rPr lang="en-US" sz="2613">
                  <a:solidFill>
                    <a:srgbClr val="0C326D"/>
                  </a:solidFill>
                  <a:latin typeface="Emmali"/>
                  <a:ea typeface="Emmali"/>
                  <a:cs typeface="Emmali"/>
                  <a:sym typeface="Emmali"/>
                </a:rPr>
                <a:t>Documentar avances y resultados para asegurar el seguimiento y control del proyecto.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3629096"/>
              <a:ext cx="16325844" cy="9950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50"/>
                </a:lnSpc>
              </a:pPr>
              <a:r>
                <a:rPr lang="en-US" sz="4464">
                  <a:solidFill>
                    <a:srgbClr val="0C326D"/>
                  </a:solidFill>
                  <a:latin typeface="Lovelo"/>
                  <a:ea typeface="Lovelo"/>
                  <a:cs typeface="Lovelo"/>
                  <a:sym typeface="Lovelo"/>
                </a:rPr>
                <a:t>OBJETIVOS ESPECIFICOS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095408"/>
              <a:ext cx="18343690" cy="17846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58"/>
                </a:lnSpc>
              </a:pPr>
              <a:r>
                <a:rPr lang="en-US" sz="2613">
                  <a:solidFill>
                    <a:srgbClr val="0C326D"/>
                  </a:solidFill>
                  <a:latin typeface="Emmali"/>
                  <a:ea typeface="Emmali"/>
                  <a:cs typeface="Emmali"/>
                  <a:sym typeface="Emmali"/>
                </a:rPr>
                <a:t>Desarrollar una pagina web integral que combine entrenamiento, nutrición y recomendaciones inteligentes basadas en datos, permitiendo a los usuarios gestionar su progreso físico y recibir orientación personalizada.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95250"/>
              <a:ext cx="16325844" cy="9950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50"/>
                </a:lnSpc>
              </a:pPr>
              <a:r>
                <a:rPr lang="en-US" sz="4464">
                  <a:solidFill>
                    <a:srgbClr val="0C326D"/>
                  </a:solidFill>
                  <a:latin typeface="Lovelo"/>
                  <a:ea typeface="Lovelo"/>
                  <a:cs typeface="Lovelo"/>
                  <a:sym typeface="Lovelo"/>
                </a:rPr>
                <a:t>OBJETIVOS GENERALES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810" t="0" r="-1081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686543" y="2179865"/>
            <a:ext cx="13544057" cy="6759811"/>
            <a:chOff x="0" y="0"/>
            <a:chExt cx="3567159" cy="17803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67159" cy="1780362"/>
            </a:xfrm>
            <a:custGeom>
              <a:avLst/>
              <a:gdLst/>
              <a:ahLst/>
              <a:cxnLst/>
              <a:rect r="r" b="b" t="t" l="l"/>
              <a:pathLst>
                <a:path h="1780362" w="3567159">
                  <a:moveTo>
                    <a:pt x="0" y="0"/>
                  </a:moveTo>
                  <a:lnTo>
                    <a:pt x="3567159" y="0"/>
                  </a:lnTo>
                  <a:lnTo>
                    <a:pt x="3567159" y="1780362"/>
                  </a:lnTo>
                  <a:lnTo>
                    <a:pt x="0" y="1780362"/>
                  </a:ln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567159" cy="1818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2647163"/>
            <a:ext cx="6255117" cy="7639837"/>
          </a:xfrm>
          <a:custGeom>
            <a:avLst/>
            <a:gdLst/>
            <a:ahLst/>
            <a:cxnLst/>
            <a:rect r="r" b="b" t="t" l="l"/>
            <a:pathLst>
              <a:path h="7639837" w="6255117">
                <a:moveTo>
                  <a:pt x="0" y="0"/>
                </a:moveTo>
                <a:lnTo>
                  <a:pt x="6255117" y="0"/>
                </a:lnTo>
                <a:lnTo>
                  <a:pt x="6255117" y="7639837"/>
                </a:lnTo>
                <a:lnTo>
                  <a:pt x="0" y="7639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71106" y="3762768"/>
            <a:ext cx="12374931" cy="4610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5794" indent="-317897" lvl="1">
              <a:lnSpc>
                <a:spcPts val="4122"/>
              </a:lnSpc>
              <a:spcBef>
                <a:spcPct val="0"/>
              </a:spcBef>
              <a:buFont typeface="Arial"/>
              <a:buChar char="•"/>
            </a:pPr>
            <a:r>
              <a:rPr lang="en-US" sz="294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294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lataforma web completa con frontend, backend y base de datos.</a:t>
            </a:r>
          </a:p>
          <a:p>
            <a:pPr algn="l" marL="635794" indent="-317897" lvl="1">
              <a:lnSpc>
                <a:spcPts val="4122"/>
              </a:lnSpc>
              <a:spcBef>
                <a:spcPct val="0"/>
              </a:spcBef>
              <a:buFont typeface="Arial"/>
              <a:buChar char="•"/>
            </a:pPr>
            <a:r>
              <a:rPr lang="en-US" sz="294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294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odelo predictivo para recomendar rutinas personalizadas.</a:t>
            </a:r>
          </a:p>
          <a:p>
            <a:pPr algn="l" marL="635794" indent="-317897" lvl="1">
              <a:lnSpc>
                <a:spcPts val="4122"/>
              </a:lnSpc>
              <a:spcBef>
                <a:spcPct val="0"/>
              </a:spcBef>
              <a:buFont typeface="Arial"/>
              <a:buChar char="•"/>
            </a:pPr>
            <a:r>
              <a:rPr lang="en-US" sz="294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Funciones sociales (posts, comentarios, favoritos).</a:t>
            </a:r>
          </a:p>
          <a:p>
            <a:pPr algn="l" marL="635794" indent="-317897" lvl="1">
              <a:lnSpc>
                <a:spcPts val="4122"/>
              </a:lnSpc>
              <a:spcBef>
                <a:spcPct val="0"/>
              </a:spcBef>
              <a:buFont typeface="Arial"/>
              <a:buChar char="•"/>
            </a:pPr>
            <a:r>
              <a:rPr lang="en-US" sz="294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294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apa corporal interactivo y calendario de rutinas.</a:t>
            </a:r>
          </a:p>
          <a:p>
            <a:pPr algn="l" marL="635794" indent="-317897" lvl="1">
              <a:lnSpc>
                <a:spcPts val="4122"/>
              </a:lnSpc>
              <a:spcBef>
                <a:spcPct val="0"/>
              </a:spcBef>
              <a:buFont typeface="Arial"/>
              <a:buChar char="•"/>
            </a:pPr>
            <a:r>
              <a:rPr lang="en-US" sz="294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Base de datos relacional para usuarios, rutinas, ejercicios, progreso y nutrición.</a:t>
            </a:r>
          </a:p>
          <a:p>
            <a:pPr algn="l" marL="635794" indent="-317897" lvl="1">
              <a:lnSpc>
                <a:spcPts val="4122"/>
              </a:lnSpc>
              <a:spcBef>
                <a:spcPct val="0"/>
              </a:spcBef>
              <a:buFont typeface="Arial"/>
              <a:buChar char="•"/>
            </a:pPr>
            <a:r>
              <a:rPr lang="en-US" sz="294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94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utenticación, perfiles y registro de actividades.</a:t>
            </a:r>
          </a:p>
          <a:p>
            <a:pPr algn="l" marL="635794" indent="-317897" lvl="1">
              <a:lnSpc>
                <a:spcPts val="4122"/>
              </a:lnSpc>
              <a:spcBef>
                <a:spcPct val="0"/>
              </a:spcBef>
              <a:buFont typeface="Arial"/>
              <a:buChar char="•"/>
            </a:pPr>
            <a:r>
              <a:rPr lang="en-US" sz="294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Documentación completa del proyecto.</a:t>
            </a:r>
          </a:p>
          <a:p>
            <a:pPr algn="l">
              <a:lnSpc>
                <a:spcPts val="4122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true" flipV="true" rot="0">
            <a:off x="12032883" y="0"/>
            <a:ext cx="6255117" cy="7639837"/>
          </a:xfrm>
          <a:custGeom>
            <a:avLst/>
            <a:gdLst/>
            <a:ahLst/>
            <a:cxnLst/>
            <a:rect r="r" b="b" t="t" l="l"/>
            <a:pathLst>
              <a:path h="7639837" w="6255117">
                <a:moveTo>
                  <a:pt x="6255117" y="7639837"/>
                </a:moveTo>
                <a:lnTo>
                  <a:pt x="0" y="7639837"/>
                </a:lnTo>
                <a:lnTo>
                  <a:pt x="0" y="0"/>
                </a:lnTo>
                <a:lnTo>
                  <a:pt x="6255117" y="0"/>
                </a:lnTo>
                <a:lnTo>
                  <a:pt x="6255117" y="763983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0" y="2494322"/>
            <a:ext cx="9570581" cy="888674"/>
            <a:chOff x="0" y="0"/>
            <a:chExt cx="2520647" cy="2340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20647" cy="234054"/>
            </a:xfrm>
            <a:custGeom>
              <a:avLst/>
              <a:gdLst/>
              <a:ahLst/>
              <a:cxnLst/>
              <a:rect r="r" b="b" t="t" l="l"/>
              <a:pathLst>
                <a:path h="234054" w="2520647">
                  <a:moveTo>
                    <a:pt x="0" y="0"/>
                  </a:moveTo>
                  <a:lnTo>
                    <a:pt x="2520647" y="0"/>
                  </a:lnTo>
                  <a:lnTo>
                    <a:pt x="2520647" y="234054"/>
                  </a:lnTo>
                  <a:lnTo>
                    <a:pt x="0" y="2340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520647" cy="272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127558" y="2337849"/>
            <a:ext cx="7158366" cy="1002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42"/>
              </a:lnSpc>
              <a:spcBef>
                <a:spcPct val="0"/>
              </a:spcBef>
            </a:pPr>
            <a:r>
              <a:rPr lang="en-US" sz="5887">
                <a:solidFill>
                  <a:srgbClr val="0C326D"/>
                </a:solidFill>
                <a:latin typeface="Open Sans"/>
                <a:ea typeface="Open Sans"/>
                <a:cs typeface="Open Sans"/>
                <a:sym typeface="Open Sans"/>
              </a:rPr>
              <a:t>ALCANCES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6230600" y="82296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637414" y="55738"/>
            <a:ext cx="4528121" cy="123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77"/>
              </a:lnSpc>
              <a:spcBef>
                <a:spcPct val="0"/>
              </a:spcBef>
            </a:pPr>
            <a:r>
              <a:rPr lang="en-US" b="true" sz="726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ATHLETIA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810" t="0" r="-1081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36225" y="1691017"/>
            <a:ext cx="13565570" cy="6904965"/>
            <a:chOff x="0" y="0"/>
            <a:chExt cx="3572825" cy="18185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72825" cy="1818592"/>
            </a:xfrm>
            <a:custGeom>
              <a:avLst/>
              <a:gdLst/>
              <a:ahLst/>
              <a:cxnLst/>
              <a:rect r="r" b="b" t="t" l="l"/>
              <a:pathLst>
                <a:path h="1818592" w="3572825">
                  <a:moveTo>
                    <a:pt x="0" y="0"/>
                  </a:moveTo>
                  <a:lnTo>
                    <a:pt x="3572825" y="0"/>
                  </a:lnTo>
                  <a:lnTo>
                    <a:pt x="3572825" y="1818592"/>
                  </a:lnTo>
                  <a:lnTo>
                    <a:pt x="0" y="1818592"/>
                  </a:ln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572825" cy="18566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2647163"/>
            <a:ext cx="6255117" cy="7639837"/>
          </a:xfrm>
          <a:custGeom>
            <a:avLst/>
            <a:gdLst/>
            <a:ahLst/>
            <a:cxnLst/>
            <a:rect r="r" b="b" t="t" l="l"/>
            <a:pathLst>
              <a:path h="7639837" w="6255117">
                <a:moveTo>
                  <a:pt x="0" y="0"/>
                </a:moveTo>
                <a:lnTo>
                  <a:pt x="6255117" y="0"/>
                </a:lnTo>
                <a:lnTo>
                  <a:pt x="6255117" y="7639837"/>
                </a:lnTo>
                <a:lnTo>
                  <a:pt x="0" y="7639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86543" y="3323463"/>
            <a:ext cx="11948606" cy="3582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6"/>
              </a:lnSpc>
              <a:spcBef>
                <a:spcPct val="0"/>
              </a:spcBef>
            </a:pPr>
          </a:p>
          <a:p>
            <a:pPr algn="l" marL="634748" indent="-317374" lvl="1">
              <a:lnSpc>
                <a:spcPts val="4116"/>
              </a:lnSpc>
              <a:spcBef>
                <a:spcPct val="0"/>
              </a:spcBef>
              <a:buFont typeface="Arial"/>
              <a:buChar char="•"/>
            </a:pPr>
            <a:r>
              <a:rPr lang="en-US" sz="294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294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odelo predictivo necesita más datos.</a:t>
            </a:r>
          </a:p>
          <a:p>
            <a:pPr algn="l" marL="634748" indent="-317374" lvl="1">
              <a:lnSpc>
                <a:spcPts val="4116"/>
              </a:lnSpc>
              <a:spcBef>
                <a:spcPct val="0"/>
              </a:spcBef>
              <a:buFont typeface="Arial"/>
              <a:buChar char="•"/>
            </a:pPr>
            <a:r>
              <a:rPr lang="en-US" sz="294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-US" sz="294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unciones avanzadas fuera de alcance por tiempo.</a:t>
            </a:r>
          </a:p>
          <a:p>
            <a:pPr algn="l" marL="634748" indent="-317374" lvl="1">
              <a:lnSpc>
                <a:spcPts val="4116"/>
              </a:lnSpc>
              <a:spcBef>
                <a:spcPct val="0"/>
              </a:spcBef>
              <a:buFont typeface="Arial"/>
              <a:buChar char="•"/>
            </a:pPr>
            <a:r>
              <a:rPr lang="en-US" sz="294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94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 integración con dispositivos externos (app movil).</a:t>
            </a:r>
          </a:p>
          <a:p>
            <a:pPr algn="l" marL="634748" indent="-317374" lvl="1">
              <a:lnSpc>
                <a:spcPts val="4116"/>
              </a:lnSpc>
              <a:spcBef>
                <a:spcPct val="0"/>
              </a:spcBef>
              <a:buFont typeface="Arial"/>
              <a:buChar char="•"/>
            </a:pPr>
            <a:r>
              <a:rPr lang="en-US" sz="294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94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nfraestructura cloud no optimizada.</a:t>
            </a:r>
          </a:p>
          <a:p>
            <a:pPr algn="l" marL="634748" indent="-317374" lvl="1">
              <a:lnSpc>
                <a:spcPts val="4116"/>
              </a:lnSpc>
              <a:spcBef>
                <a:spcPct val="0"/>
              </a:spcBef>
              <a:buFont typeface="Arial"/>
              <a:buChar char="•"/>
            </a:pPr>
            <a:r>
              <a:rPr lang="en-US" sz="294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94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ntegración IA–rutinas–calendario aún mejorable (velocidad).</a:t>
            </a:r>
          </a:p>
          <a:p>
            <a:pPr algn="l">
              <a:lnSpc>
                <a:spcPts val="4116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true" flipV="true" rot="0">
            <a:off x="12032883" y="0"/>
            <a:ext cx="6255117" cy="7639837"/>
          </a:xfrm>
          <a:custGeom>
            <a:avLst/>
            <a:gdLst/>
            <a:ahLst/>
            <a:cxnLst/>
            <a:rect r="r" b="b" t="t" l="l"/>
            <a:pathLst>
              <a:path h="7639837" w="6255117">
                <a:moveTo>
                  <a:pt x="6255117" y="7639837"/>
                </a:moveTo>
                <a:lnTo>
                  <a:pt x="0" y="7639837"/>
                </a:lnTo>
                <a:lnTo>
                  <a:pt x="0" y="0"/>
                </a:lnTo>
                <a:lnTo>
                  <a:pt x="6255117" y="0"/>
                </a:lnTo>
                <a:lnTo>
                  <a:pt x="6255117" y="763983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67462" y="2281837"/>
            <a:ext cx="9570581" cy="888674"/>
            <a:chOff x="0" y="0"/>
            <a:chExt cx="2520647" cy="2340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20647" cy="234054"/>
            </a:xfrm>
            <a:custGeom>
              <a:avLst/>
              <a:gdLst/>
              <a:ahLst/>
              <a:cxnLst/>
              <a:rect r="r" b="b" t="t" l="l"/>
              <a:pathLst>
                <a:path h="234054" w="2520647">
                  <a:moveTo>
                    <a:pt x="0" y="0"/>
                  </a:moveTo>
                  <a:lnTo>
                    <a:pt x="2520647" y="0"/>
                  </a:lnTo>
                  <a:lnTo>
                    <a:pt x="2520647" y="234054"/>
                  </a:lnTo>
                  <a:lnTo>
                    <a:pt x="0" y="2340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520647" cy="272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686543" y="2167537"/>
            <a:ext cx="7158366" cy="1002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42"/>
              </a:lnSpc>
              <a:spcBef>
                <a:spcPct val="0"/>
              </a:spcBef>
            </a:pPr>
            <a:r>
              <a:rPr lang="en-US" sz="5887">
                <a:solidFill>
                  <a:srgbClr val="0C326D"/>
                </a:solidFill>
                <a:latin typeface="Open Sans"/>
                <a:ea typeface="Open Sans"/>
                <a:cs typeface="Open Sans"/>
                <a:sym typeface="Open Sans"/>
              </a:rPr>
              <a:t>LIMITACIONES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6230600" y="82296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374735" y="162895"/>
            <a:ext cx="3711731" cy="123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77"/>
              </a:lnSpc>
              <a:spcBef>
                <a:spcPct val="0"/>
              </a:spcBef>
            </a:pPr>
            <a:r>
              <a:rPr lang="en-US" b="true" sz="726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Athletia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076759" y="0"/>
            <a:ext cx="4211241" cy="5143500"/>
          </a:xfrm>
          <a:custGeom>
            <a:avLst/>
            <a:gdLst/>
            <a:ahLst/>
            <a:cxnLst/>
            <a:rect r="r" b="b" t="t" l="l"/>
            <a:pathLst>
              <a:path h="5143500" w="4211241">
                <a:moveTo>
                  <a:pt x="4211241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4211241" y="0"/>
                </a:lnTo>
                <a:lnTo>
                  <a:pt x="4211241" y="51435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89484" y="1429206"/>
            <a:ext cx="12355746" cy="7731084"/>
            <a:chOff x="0" y="0"/>
            <a:chExt cx="3852391" cy="24104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52391" cy="2410471"/>
            </a:xfrm>
            <a:custGeom>
              <a:avLst/>
              <a:gdLst/>
              <a:ahLst/>
              <a:cxnLst/>
              <a:rect r="r" b="b" t="t" l="l"/>
              <a:pathLst>
                <a:path h="2410471" w="3852391">
                  <a:moveTo>
                    <a:pt x="0" y="0"/>
                  </a:moveTo>
                  <a:lnTo>
                    <a:pt x="3852391" y="0"/>
                  </a:lnTo>
                  <a:lnTo>
                    <a:pt x="3852391" y="2410471"/>
                  </a:lnTo>
                  <a:lnTo>
                    <a:pt x="0" y="2410471"/>
                  </a:ln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52391" cy="2448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4657138"/>
            <a:ext cx="4609449" cy="5629862"/>
          </a:xfrm>
          <a:custGeom>
            <a:avLst/>
            <a:gdLst/>
            <a:ahLst/>
            <a:cxnLst/>
            <a:rect r="r" b="b" t="t" l="l"/>
            <a:pathLst>
              <a:path h="5629862" w="4609449">
                <a:moveTo>
                  <a:pt x="0" y="0"/>
                </a:moveTo>
                <a:lnTo>
                  <a:pt x="4609449" y="0"/>
                </a:lnTo>
                <a:lnTo>
                  <a:pt x="4609449" y="5629862"/>
                </a:lnTo>
                <a:lnTo>
                  <a:pt x="0" y="5629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0" y="1751588"/>
            <a:ext cx="6334846" cy="921570"/>
            <a:chOff x="0" y="0"/>
            <a:chExt cx="1975138" cy="2873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75138" cy="287336"/>
            </a:xfrm>
            <a:custGeom>
              <a:avLst/>
              <a:gdLst/>
              <a:ahLst/>
              <a:cxnLst/>
              <a:rect r="r" b="b" t="t" l="l"/>
              <a:pathLst>
                <a:path h="287336" w="1975138">
                  <a:moveTo>
                    <a:pt x="0" y="0"/>
                  </a:moveTo>
                  <a:lnTo>
                    <a:pt x="1975138" y="0"/>
                  </a:lnTo>
                  <a:lnTo>
                    <a:pt x="1975138" y="287336"/>
                  </a:lnTo>
                  <a:lnTo>
                    <a:pt x="0" y="28733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975138" cy="325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279795" y="3580638"/>
            <a:ext cx="9775124" cy="306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6"/>
              </a:lnSpc>
              <a:spcBef>
                <a:spcPct val="0"/>
              </a:spcBef>
            </a:pPr>
            <a:r>
              <a:rPr lang="en-US" sz="294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pr</a:t>
            </a:r>
            <a:r>
              <a:rPr lang="en-US" sz="294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oyecto se desarrolló utilizando Ágil Scrum, trabajando en Sprints semanales que permitieron iterar rápidamente, recibir retroalimentación continua y corregir errores de forma temprana.</a:t>
            </a:r>
          </a:p>
          <a:p>
            <a:pPr algn="l">
              <a:lnSpc>
                <a:spcPts val="4116"/>
              </a:lnSpc>
              <a:spcBef>
                <a:spcPct val="0"/>
              </a:spcBef>
            </a:pPr>
          </a:p>
          <a:p>
            <a:pPr algn="l">
              <a:lnSpc>
                <a:spcPts val="4116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25581" y="1695332"/>
            <a:ext cx="5483685" cy="929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8"/>
              </a:lnSpc>
              <a:spcBef>
                <a:spcPct val="0"/>
              </a:spcBef>
            </a:pPr>
            <a:r>
              <a:rPr lang="en-US" sz="5413">
                <a:solidFill>
                  <a:srgbClr val="0C326D"/>
                </a:solidFill>
                <a:latin typeface="Open Sans"/>
                <a:ea typeface="Open Sans"/>
                <a:cs typeface="Open Sans"/>
                <a:sym typeface="Open Sans"/>
              </a:rPr>
              <a:t>METODOLOGÍA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0" y="0"/>
            <a:ext cx="1644650" cy="1644650"/>
          </a:xfrm>
          <a:custGeom>
            <a:avLst/>
            <a:gdLst/>
            <a:ahLst/>
            <a:cxnLst/>
            <a:rect r="r" b="b" t="t" l="l"/>
            <a:pathLst>
              <a:path h="1644650" w="1644650">
                <a:moveTo>
                  <a:pt x="0" y="0"/>
                </a:moveTo>
                <a:lnTo>
                  <a:pt x="1644650" y="0"/>
                </a:lnTo>
                <a:lnTo>
                  <a:pt x="1644650" y="1644650"/>
                </a:lnTo>
                <a:lnTo>
                  <a:pt x="0" y="16446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230600" y="82296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182380" y="194041"/>
            <a:ext cx="1855865" cy="61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8"/>
              </a:lnSpc>
              <a:spcBef>
                <a:spcPct val="0"/>
              </a:spcBef>
            </a:pPr>
            <a:r>
              <a:rPr lang="en-US" b="true" sz="363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Athletia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0D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90531" y="-716963"/>
            <a:ext cx="15712285" cy="2116667"/>
            <a:chOff x="0" y="0"/>
            <a:chExt cx="4138215" cy="557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38215" cy="557476"/>
            </a:xfrm>
            <a:custGeom>
              <a:avLst/>
              <a:gdLst/>
              <a:ahLst/>
              <a:cxnLst/>
              <a:rect r="r" b="b" t="t" l="l"/>
              <a:pathLst>
                <a:path h="557476" w="4138215">
                  <a:moveTo>
                    <a:pt x="0" y="0"/>
                  </a:moveTo>
                  <a:lnTo>
                    <a:pt x="4138215" y="0"/>
                  </a:lnTo>
                  <a:lnTo>
                    <a:pt x="4138215" y="557476"/>
                  </a:lnTo>
                  <a:lnTo>
                    <a:pt x="0" y="557476"/>
                  </a:ln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38215" cy="595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14735754" y="-657501"/>
            <a:ext cx="4211241" cy="5143500"/>
          </a:xfrm>
          <a:custGeom>
            <a:avLst/>
            <a:gdLst/>
            <a:ahLst/>
            <a:cxnLst/>
            <a:rect r="r" b="b" t="t" l="l"/>
            <a:pathLst>
              <a:path h="5143500" w="4211241">
                <a:moveTo>
                  <a:pt x="4211241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4211241" y="0"/>
                </a:lnTo>
                <a:lnTo>
                  <a:pt x="4211241" y="51435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4657138"/>
            <a:ext cx="4609449" cy="5629862"/>
          </a:xfrm>
          <a:custGeom>
            <a:avLst/>
            <a:gdLst/>
            <a:ahLst/>
            <a:cxnLst/>
            <a:rect r="r" b="b" t="t" l="l"/>
            <a:pathLst>
              <a:path h="5629862" w="4609449">
                <a:moveTo>
                  <a:pt x="0" y="0"/>
                </a:moveTo>
                <a:lnTo>
                  <a:pt x="4609449" y="0"/>
                </a:lnTo>
                <a:lnTo>
                  <a:pt x="4609449" y="5629862"/>
                </a:lnTo>
                <a:lnTo>
                  <a:pt x="0" y="5629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7" id="7"/>
          <p:cNvGraphicFramePr/>
          <p:nvPr/>
        </p:nvGraphicFramePr>
        <p:xfrm>
          <a:off x="1578880" y="1810923"/>
          <a:ext cx="11563248" cy="8229600"/>
        </p:xfrm>
        <a:graphic>
          <a:graphicData uri="http://schemas.openxmlformats.org/presentationml/2006/ole">
            <p:oleObj imgW="13868400" imgH="105410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3181350" y="-308447"/>
            <a:ext cx="12387754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CRONOGRAMA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197196" y="187002"/>
            <a:ext cx="1855865" cy="61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8"/>
              </a:lnSpc>
              <a:spcBef>
                <a:spcPct val="0"/>
              </a:spcBef>
            </a:pPr>
            <a:r>
              <a:rPr lang="en-US" b="true" sz="363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Athletia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124980" y="0"/>
            <a:ext cx="4211241" cy="5143500"/>
          </a:xfrm>
          <a:custGeom>
            <a:avLst/>
            <a:gdLst/>
            <a:ahLst/>
            <a:cxnLst/>
            <a:rect r="r" b="b" t="t" l="l"/>
            <a:pathLst>
              <a:path h="5143500" w="4211241">
                <a:moveTo>
                  <a:pt x="4211240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4211240" y="0"/>
                </a:lnTo>
                <a:lnTo>
                  <a:pt x="4211240" y="51435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89484" y="1429206"/>
            <a:ext cx="12026562" cy="6599514"/>
            <a:chOff x="0" y="0"/>
            <a:chExt cx="3749755" cy="20576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49755" cy="2057659"/>
            </a:xfrm>
            <a:custGeom>
              <a:avLst/>
              <a:gdLst/>
              <a:ahLst/>
              <a:cxnLst/>
              <a:rect r="r" b="b" t="t" l="l"/>
              <a:pathLst>
                <a:path h="2057659" w="3749755">
                  <a:moveTo>
                    <a:pt x="0" y="0"/>
                  </a:moveTo>
                  <a:lnTo>
                    <a:pt x="3749755" y="0"/>
                  </a:lnTo>
                  <a:lnTo>
                    <a:pt x="3749755" y="2057659"/>
                  </a:lnTo>
                  <a:lnTo>
                    <a:pt x="0" y="2057659"/>
                  </a:ln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49755" cy="2095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4657138"/>
            <a:ext cx="4609449" cy="5629862"/>
          </a:xfrm>
          <a:custGeom>
            <a:avLst/>
            <a:gdLst/>
            <a:ahLst/>
            <a:cxnLst/>
            <a:rect r="r" b="b" t="t" l="l"/>
            <a:pathLst>
              <a:path h="5629862" w="4609449">
                <a:moveTo>
                  <a:pt x="0" y="0"/>
                </a:moveTo>
                <a:lnTo>
                  <a:pt x="4609449" y="0"/>
                </a:lnTo>
                <a:lnTo>
                  <a:pt x="4609449" y="5629862"/>
                </a:lnTo>
                <a:lnTo>
                  <a:pt x="0" y="5629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0" y="1751588"/>
            <a:ext cx="6334846" cy="921570"/>
            <a:chOff x="0" y="0"/>
            <a:chExt cx="1975138" cy="2873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75138" cy="287336"/>
            </a:xfrm>
            <a:custGeom>
              <a:avLst/>
              <a:gdLst/>
              <a:ahLst/>
              <a:cxnLst/>
              <a:rect r="r" b="b" t="t" l="l"/>
              <a:pathLst>
                <a:path h="287336" w="1975138">
                  <a:moveTo>
                    <a:pt x="0" y="0"/>
                  </a:moveTo>
                  <a:lnTo>
                    <a:pt x="1975138" y="0"/>
                  </a:lnTo>
                  <a:lnTo>
                    <a:pt x="1975138" y="287336"/>
                  </a:lnTo>
                  <a:lnTo>
                    <a:pt x="0" y="28733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975138" cy="325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562084" y="2908926"/>
            <a:ext cx="10881363" cy="3582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5"/>
              </a:lnSpc>
              <a:spcBef>
                <a:spcPct val="0"/>
              </a:spcBef>
            </a:pPr>
            <a:r>
              <a:rPr lang="en-US" sz="293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AthletIA se con</a:t>
            </a:r>
            <a:r>
              <a:rPr lang="en-US" sz="293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struye sobre una arquitectura modular en Django (MVT) que integra IA, funciones sociales, calendario y dashboard. Su backend asegura la lógica y seguridad, y una base de datos robusta con más de 30 entidades. Gestiona el progreso, rutinas, nutrición y notificaciones, garantizando escalabilidad y buen rendimiento.</a:t>
            </a:r>
          </a:p>
          <a:p>
            <a:pPr algn="l">
              <a:lnSpc>
                <a:spcPts val="4115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34117" y="1695332"/>
            <a:ext cx="5666613" cy="929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8"/>
              </a:lnSpc>
              <a:spcBef>
                <a:spcPct val="0"/>
              </a:spcBef>
            </a:pPr>
            <a:r>
              <a:rPr lang="en-US" sz="5413">
                <a:solidFill>
                  <a:srgbClr val="0C326D"/>
                </a:solidFill>
                <a:latin typeface="Open Sans"/>
                <a:ea typeface="Open Sans"/>
                <a:cs typeface="Open Sans"/>
                <a:sym typeface="Open Sans"/>
              </a:rPr>
              <a:t>ARQUITECTURA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0" y="0"/>
            <a:ext cx="1644650" cy="1644650"/>
          </a:xfrm>
          <a:custGeom>
            <a:avLst/>
            <a:gdLst/>
            <a:ahLst/>
            <a:cxnLst/>
            <a:rect r="r" b="b" t="t" l="l"/>
            <a:pathLst>
              <a:path h="1644650" w="1644650">
                <a:moveTo>
                  <a:pt x="0" y="0"/>
                </a:moveTo>
                <a:lnTo>
                  <a:pt x="1644650" y="0"/>
                </a:lnTo>
                <a:lnTo>
                  <a:pt x="1644650" y="1644650"/>
                </a:lnTo>
                <a:lnTo>
                  <a:pt x="0" y="16446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230600" y="82296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182380" y="194041"/>
            <a:ext cx="1855865" cy="61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8"/>
              </a:lnSpc>
              <a:spcBef>
                <a:spcPct val="0"/>
              </a:spcBef>
            </a:pPr>
            <a:r>
              <a:rPr lang="en-US" b="true" sz="363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Athletia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0D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9633"/>
            <a:ext cx="18288000" cy="2116667"/>
            <a:chOff x="0" y="0"/>
            <a:chExt cx="4816593" cy="557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557476"/>
            </a:xfrm>
            <a:custGeom>
              <a:avLst/>
              <a:gdLst/>
              <a:ahLst/>
              <a:cxnLst/>
              <a:rect r="r" b="b" t="t" l="l"/>
              <a:pathLst>
                <a:path h="55747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57476"/>
                  </a:lnTo>
                  <a:lnTo>
                    <a:pt x="0" y="557476"/>
                  </a:ln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95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14076759" y="0"/>
            <a:ext cx="4211241" cy="5143500"/>
          </a:xfrm>
          <a:custGeom>
            <a:avLst/>
            <a:gdLst/>
            <a:ahLst/>
            <a:cxnLst/>
            <a:rect r="r" b="b" t="t" l="l"/>
            <a:pathLst>
              <a:path h="5143500" w="4211241">
                <a:moveTo>
                  <a:pt x="4211241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4211241" y="0"/>
                </a:lnTo>
                <a:lnTo>
                  <a:pt x="4211241" y="51435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4657138"/>
            <a:ext cx="4609449" cy="5629862"/>
          </a:xfrm>
          <a:custGeom>
            <a:avLst/>
            <a:gdLst/>
            <a:ahLst/>
            <a:cxnLst/>
            <a:rect r="r" b="b" t="t" l="l"/>
            <a:pathLst>
              <a:path h="5629862" w="4609449">
                <a:moveTo>
                  <a:pt x="0" y="0"/>
                </a:moveTo>
                <a:lnTo>
                  <a:pt x="4609449" y="0"/>
                </a:lnTo>
                <a:lnTo>
                  <a:pt x="4609449" y="5629862"/>
                </a:lnTo>
                <a:lnTo>
                  <a:pt x="0" y="5629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39764" y="1753197"/>
            <a:ext cx="14608473" cy="7505103"/>
          </a:xfrm>
          <a:custGeom>
            <a:avLst/>
            <a:gdLst/>
            <a:ahLst/>
            <a:cxnLst/>
            <a:rect r="r" b="b" t="t" l="l"/>
            <a:pathLst>
              <a:path h="7505103" w="14608473">
                <a:moveTo>
                  <a:pt x="0" y="0"/>
                </a:moveTo>
                <a:lnTo>
                  <a:pt x="14608472" y="0"/>
                </a:lnTo>
                <a:lnTo>
                  <a:pt x="14608472" y="7505103"/>
                </a:lnTo>
                <a:lnTo>
                  <a:pt x="0" y="75051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50123" y="-144593"/>
            <a:ext cx="12387754" cy="172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80"/>
              </a:lnSpc>
            </a:pPr>
            <a:r>
              <a:rPr lang="en-US" sz="1012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MODELO DE DATOS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182380" y="194041"/>
            <a:ext cx="1855865" cy="61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8"/>
              </a:lnSpc>
              <a:spcBef>
                <a:spcPct val="0"/>
              </a:spcBef>
            </a:pPr>
            <a:r>
              <a:rPr lang="en-US" b="true" sz="363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Athletia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076759" y="0"/>
            <a:ext cx="4211241" cy="5143500"/>
          </a:xfrm>
          <a:custGeom>
            <a:avLst/>
            <a:gdLst/>
            <a:ahLst/>
            <a:cxnLst/>
            <a:rect r="r" b="b" t="t" l="l"/>
            <a:pathLst>
              <a:path h="5143500" w="4211241">
                <a:moveTo>
                  <a:pt x="4211241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4211241" y="0"/>
                </a:lnTo>
                <a:lnTo>
                  <a:pt x="4211241" y="51435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68249" y="1442123"/>
            <a:ext cx="11062351" cy="7541683"/>
            <a:chOff x="0" y="0"/>
            <a:chExt cx="2913541" cy="19862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13541" cy="1986287"/>
            </a:xfrm>
            <a:custGeom>
              <a:avLst/>
              <a:gdLst/>
              <a:ahLst/>
              <a:cxnLst/>
              <a:rect r="r" b="b" t="t" l="l"/>
              <a:pathLst>
                <a:path h="1986287" w="2913541">
                  <a:moveTo>
                    <a:pt x="0" y="0"/>
                  </a:moveTo>
                  <a:lnTo>
                    <a:pt x="2913541" y="0"/>
                  </a:lnTo>
                  <a:lnTo>
                    <a:pt x="2913541" y="1986287"/>
                  </a:lnTo>
                  <a:lnTo>
                    <a:pt x="0" y="1986287"/>
                  </a:ln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913541" cy="2024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844710" y="2270051"/>
            <a:ext cx="4476256" cy="5959549"/>
            <a:chOff x="0" y="0"/>
            <a:chExt cx="3663950" cy="48780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1750" y="31750"/>
              <a:ext cx="3600450" cy="4814570"/>
            </a:xfrm>
            <a:custGeom>
              <a:avLst/>
              <a:gdLst/>
              <a:ahLst/>
              <a:cxnLst/>
              <a:rect r="r" b="b" t="t" l="l"/>
              <a:pathLst>
                <a:path h="4814570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4814570"/>
                  </a:lnTo>
                  <a:lnTo>
                    <a:pt x="0" y="4814570"/>
                  </a:lnTo>
                  <a:close/>
                </a:path>
              </a:pathLst>
            </a:custGeom>
            <a:blipFill>
              <a:blip r:embed="rId4"/>
              <a:stretch>
                <a:fillRect l="0" t="-6121" r="0" b="-6121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63950" cy="4878070"/>
            </a:xfrm>
            <a:custGeom>
              <a:avLst/>
              <a:gdLst/>
              <a:ahLst/>
              <a:cxnLst/>
              <a:rect r="r" b="b" t="t" l="l"/>
              <a:pathLst>
                <a:path h="4878070" w="3663950">
                  <a:moveTo>
                    <a:pt x="3663950" y="4878070"/>
                  </a:moveTo>
                  <a:lnTo>
                    <a:pt x="0" y="4878070"/>
                  </a:lnTo>
                  <a:lnTo>
                    <a:pt x="0" y="0"/>
                  </a:lnTo>
                  <a:lnTo>
                    <a:pt x="3663950" y="0"/>
                  </a:lnTo>
                  <a:lnTo>
                    <a:pt x="3663950" y="4878070"/>
                  </a:lnTo>
                  <a:close/>
                  <a:moveTo>
                    <a:pt x="63500" y="4814570"/>
                  </a:moveTo>
                  <a:lnTo>
                    <a:pt x="3600450" y="4814570"/>
                  </a:lnTo>
                  <a:lnTo>
                    <a:pt x="3600450" y="63500"/>
                  </a:lnTo>
                  <a:lnTo>
                    <a:pt x="63500" y="63500"/>
                  </a:lnTo>
                  <a:lnTo>
                    <a:pt x="63500" y="4814570"/>
                  </a:lnTo>
                  <a:close/>
                </a:path>
              </a:pathLst>
            </a:custGeom>
            <a:solidFill>
              <a:srgbClr val="0C326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0" y="4657138"/>
            <a:ext cx="4609449" cy="5629862"/>
          </a:xfrm>
          <a:custGeom>
            <a:avLst/>
            <a:gdLst/>
            <a:ahLst/>
            <a:cxnLst/>
            <a:rect r="r" b="b" t="t" l="l"/>
            <a:pathLst>
              <a:path h="5629862" w="4609449">
                <a:moveTo>
                  <a:pt x="0" y="0"/>
                </a:moveTo>
                <a:lnTo>
                  <a:pt x="4609449" y="0"/>
                </a:lnTo>
                <a:lnTo>
                  <a:pt x="4609449" y="5629862"/>
                </a:lnTo>
                <a:lnTo>
                  <a:pt x="0" y="5629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920849" y="813891"/>
            <a:ext cx="11367151" cy="1256465"/>
            <a:chOff x="0" y="0"/>
            <a:chExt cx="2993817" cy="3309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93817" cy="330921"/>
            </a:xfrm>
            <a:custGeom>
              <a:avLst/>
              <a:gdLst/>
              <a:ahLst/>
              <a:cxnLst/>
              <a:rect r="r" b="b" t="t" l="l"/>
              <a:pathLst>
                <a:path h="330921" w="2993817">
                  <a:moveTo>
                    <a:pt x="0" y="0"/>
                  </a:moveTo>
                  <a:lnTo>
                    <a:pt x="2993817" y="0"/>
                  </a:lnTo>
                  <a:lnTo>
                    <a:pt x="2993817" y="330921"/>
                  </a:lnTo>
                  <a:lnTo>
                    <a:pt x="0" y="33092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993817" cy="369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230600" y="82296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576004" y="2907879"/>
            <a:ext cx="948659" cy="948659"/>
          </a:xfrm>
          <a:custGeom>
            <a:avLst/>
            <a:gdLst/>
            <a:ahLst/>
            <a:cxnLst/>
            <a:rect r="r" b="b" t="t" l="l"/>
            <a:pathLst>
              <a:path h="948659" w="948659">
                <a:moveTo>
                  <a:pt x="0" y="0"/>
                </a:moveTo>
                <a:lnTo>
                  <a:pt x="948659" y="0"/>
                </a:lnTo>
                <a:lnTo>
                  <a:pt x="948659" y="948660"/>
                </a:lnTo>
                <a:lnTo>
                  <a:pt x="0" y="9486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887735" y="2901211"/>
            <a:ext cx="955328" cy="955328"/>
          </a:xfrm>
          <a:custGeom>
            <a:avLst/>
            <a:gdLst/>
            <a:ahLst/>
            <a:cxnLst/>
            <a:rect r="r" b="b" t="t" l="l"/>
            <a:pathLst>
              <a:path h="955328" w="955328">
                <a:moveTo>
                  <a:pt x="0" y="0"/>
                </a:moveTo>
                <a:lnTo>
                  <a:pt x="955328" y="0"/>
                </a:lnTo>
                <a:lnTo>
                  <a:pt x="955328" y="955328"/>
                </a:lnTo>
                <a:lnTo>
                  <a:pt x="0" y="9553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576004" y="4510581"/>
            <a:ext cx="2384299" cy="1842413"/>
          </a:xfrm>
          <a:custGeom>
            <a:avLst/>
            <a:gdLst/>
            <a:ahLst/>
            <a:cxnLst/>
            <a:rect r="r" b="b" t="t" l="l"/>
            <a:pathLst>
              <a:path h="1842413" w="2384299">
                <a:moveTo>
                  <a:pt x="0" y="0"/>
                </a:moveTo>
                <a:lnTo>
                  <a:pt x="2384299" y="0"/>
                </a:lnTo>
                <a:lnTo>
                  <a:pt x="2384299" y="1842413"/>
                </a:lnTo>
                <a:lnTo>
                  <a:pt x="0" y="18424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144000" y="4959849"/>
            <a:ext cx="1183546" cy="943878"/>
          </a:xfrm>
          <a:custGeom>
            <a:avLst/>
            <a:gdLst/>
            <a:ahLst/>
            <a:cxnLst/>
            <a:rect r="r" b="b" t="t" l="l"/>
            <a:pathLst>
              <a:path h="943878" w="1183546">
                <a:moveTo>
                  <a:pt x="0" y="0"/>
                </a:moveTo>
                <a:lnTo>
                  <a:pt x="1183546" y="0"/>
                </a:lnTo>
                <a:lnTo>
                  <a:pt x="1183546" y="943878"/>
                </a:lnTo>
                <a:lnTo>
                  <a:pt x="0" y="94387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576004" y="6684778"/>
            <a:ext cx="1311731" cy="1064593"/>
          </a:xfrm>
          <a:custGeom>
            <a:avLst/>
            <a:gdLst/>
            <a:ahLst/>
            <a:cxnLst/>
            <a:rect r="r" b="b" t="t" l="l"/>
            <a:pathLst>
              <a:path h="1064593" w="1311731">
                <a:moveTo>
                  <a:pt x="0" y="0"/>
                </a:moveTo>
                <a:lnTo>
                  <a:pt x="1311731" y="0"/>
                </a:lnTo>
                <a:lnTo>
                  <a:pt x="1311731" y="1064593"/>
                </a:lnTo>
                <a:lnTo>
                  <a:pt x="0" y="106459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893163" y="6503803"/>
            <a:ext cx="1420660" cy="1060015"/>
          </a:xfrm>
          <a:custGeom>
            <a:avLst/>
            <a:gdLst/>
            <a:ahLst/>
            <a:cxnLst/>
            <a:rect r="r" b="b" t="t" l="l"/>
            <a:pathLst>
              <a:path h="1060015" w="1420660">
                <a:moveTo>
                  <a:pt x="0" y="0"/>
                </a:moveTo>
                <a:lnTo>
                  <a:pt x="1420659" y="0"/>
                </a:lnTo>
                <a:lnTo>
                  <a:pt x="1420659" y="1060015"/>
                </a:lnTo>
                <a:lnTo>
                  <a:pt x="0" y="106001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5493" t="0" r="-23735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911589" y="2818230"/>
            <a:ext cx="1044521" cy="1121290"/>
          </a:xfrm>
          <a:custGeom>
            <a:avLst/>
            <a:gdLst/>
            <a:ahLst/>
            <a:cxnLst/>
            <a:rect r="r" b="b" t="t" l="l"/>
            <a:pathLst>
              <a:path h="1121290" w="1044521">
                <a:moveTo>
                  <a:pt x="0" y="0"/>
                </a:moveTo>
                <a:lnTo>
                  <a:pt x="1044521" y="0"/>
                </a:lnTo>
                <a:lnTo>
                  <a:pt x="1044521" y="1121289"/>
                </a:lnTo>
                <a:lnTo>
                  <a:pt x="0" y="112128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213285" y="2818230"/>
            <a:ext cx="1032949" cy="1032949"/>
          </a:xfrm>
          <a:custGeom>
            <a:avLst/>
            <a:gdLst/>
            <a:ahLst/>
            <a:cxnLst/>
            <a:rect r="r" b="b" t="t" l="l"/>
            <a:pathLst>
              <a:path h="1032949" w="1032949">
                <a:moveTo>
                  <a:pt x="0" y="0"/>
                </a:moveTo>
                <a:lnTo>
                  <a:pt x="1032949" y="0"/>
                </a:lnTo>
                <a:lnTo>
                  <a:pt x="1032949" y="1032949"/>
                </a:lnTo>
                <a:lnTo>
                  <a:pt x="0" y="1032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004267" y="4917523"/>
            <a:ext cx="1028528" cy="1028528"/>
          </a:xfrm>
          <a:custGeom>
            <a:avLst/>
            <a:gdLst/>
            <a:ahLst/>
            <a:cxnLst/>
            <a:rect r="r" b="b" t="t" l="l"/>
            <a:pathLst>
              <a:path h="1028528" w="1028528">
                <a:moveTo>
                  <a:pt x="0" y="0"/>
                </a:moveTo>
                <a:lnTo>
                  <a:pt x="1028528" y="0"/>
                </a:lnTo>
                <a:lnTo>
                  <a:pt x="1028528" y="1028529"/>
                </a:lnTo>
                <a:lnTo>
                  <a:pt x="0" y="102852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032795" y="4863006"/>
            <a:ext cx="1504197" cy="1136083"/>
          </a:xfrm>
          <a:custGeom>
            <a:avLst/>
            <a:gdLst/>
            <a:ahLst/>
            <a:cxnLst/>
            <a:rect r="r" b="b" t="t" l="l"/>
            <a:pathLst>
              <a:path h="1136083" w="1504197">
                <a:moveTo>
                  <a:pt x="0" y="0"/>
                </a:moveTo>
                <a:lnTo>
                  <a:pt x="1504197" y="0"/>
                </a:lnTo>
                <a:lnTo>
                  <a:pt x="1504197" y="1136083"/>
                </a:lnTo>
                <a:lnTo>
                  <a:pt x="0" y="113608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15702" t="0" r="-18568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7050333" y="1054426"/>
            <a:ext cx="8767032" cy="1002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42"/>
              </a:lnSpc>
              <a:spcBef>
                <a:spcPct val="0"/>
              </a:spcBef>
            </a:pPr>
            <a:r>
              <a:rPr lang="en-US" sz="5887">
                <a:solidFill>
                  <a:srgbClr val="0C326D"/>
                </a:solidFill>
                <a:latin typeface="Open Sans"/>
                <a:ea typeface="Open Sans"/>
                <a:cs typeface="Open Sans"/>
                <a:sym typeface="Open Sans"/>
              </a:rPr>
              <a:t>TECNOLOGÍAS USADAS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182380" y="194041"/>
            <a:ext cx="1855865" cy="61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8"/>
              </a:lnSpc>
              <a:spcBef>
                <a:spcPct val="0"/>
              </a:spcBef>
            </a:pPr>
            <a:r>
              <a:rPr lang="en-US" b="true" sz="363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Athletia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65105" y="2268541"/>
            <a:ext cx="2548717" cy="454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1"/>
              </a:lnSpc>
            </a:pPr>
            <a:r>
              <a:rPr lang="en-US" sz="2036" b="true">
                <a:solidFill>
                  <a:srgbClr val="FFFFFF"/>
                </a:solidFill>
                <a:latin typeface="Emmali Bold"/>
                <a:ea typeface="Emmali Bold"/>
                <a:cs typeface="Emmali Bold"/>
                <a:sym typeface="Emmali Bold"/>
              </a:rPr>
              <a:t>Desarrollo Backend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765105" y="4056564"/>
            <a:ext cx="2548717" cy="454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1"/>
              </a:lnSpc>
            </a:pPr>
            <a:r>
              <a:rPr lang="en-US" sz="2036" b="true">
                <a:solidFill>
                  <a:srgbClr val="FFFFFF"/>
                </a:solidFill>
                <a:latin typeface="Emmali Bold"/>
                <a:ea typeface="Emmali Bold"/>
                <a:cs typeface="Emmali Bold"/>
                <a:sym typeface="Emmali Bold"/>
              </a:rPr>
              <a:t>Desarrollo Frontend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765105" y="6049786"/>
            <a:ext cx="2548717" cy="454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1"/>
              </a:lnSpc>
            </a:pPr>
            <a:r>
              <a:rPr lang="en-US" sz="2036" b="true">
                <a:solidFill>
                  <a:srgbClr val="FFFFFF"/>
                </a:solidFill>
                <a:latin typeface="Emmali Bold"/>
                <a:ea typeface="Emmali Bold"/>
                <a:cs typeface="Emmali Bold"/>
                <a:sym typeface="Emmali Bold"/>
              </a:rPr>
              <a:t>BB.DD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997952" y="2268541"/>
            <a:ext cx="2548717" cy="454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1"/>
              </a:lnSpc>
            </a:pPr>
            <a:r>
              <a:rPr lang="en-US" sz="2036" b="true">
                <a:solidFill>
                  <a:srgbClr val="FFFFFF"/>
                </a:solidFill>
                <a:latin typeface="Emmali Bold"/>
                <a:ea typeface="Emmali Bold"/>
                <a:cs typeface="Emmali Bold"/>
                <a:sym typeface="Emmali Bold"/>
              </a:rPr>
              <a:t>Modelo IA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911589" y="4056564"/>
            <a:ext cx="2548717" cy="454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1"/>
              </a:lnSpc>
            </a:pPr>
            <a:r>
              <a:rPr lang="en-US" sz="2036" b="true">
                <a:solidFill>
                  <a:srgbClr val="FFFFFF"/>
                </a:solidFill>
                <a:latin typeface="Emmali Bold"/>
                <a:ea typeface="Emmali Bold"/>
                <a:cs typeface="Emmali Bold"/>
                <a:sym typeface="Emmali Bold"/>
              </a:rPr>
              <a:t>Control de versiones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0D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36729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1228522" y="-19509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-29560"/>
            <a:ext cx="662152" cy="3086100"/>
            <a:chOff x="0" y="0"/>
            <a:chExt cx="174394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394" cy="812800"/>
            </a:xfrm>
            <a:custGeom>
              <a:avLst/>
              <a:gdLst/>
              <a:ahLst/>
              <a:cxnLst/>
              <a:rect r="r" b="b" t="t" l="l"/>
              <a:pathLst>
                <a:path h="812800" w="174394">
                  <a:moveTo>
                    <a:pt x="0" y="0"/>
                  </a:moveTo>
                  <a:lnTo>
                    <a:pt x="174394" y="0"/>
                  </a:lnTo>
                  <a:lnTo>
                    <a:pt x="17439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4394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1655613" y="-1241534"/>
            <a:ext cx="662152" cy="3086100"/>
            <a:chOff x="0" y="0"/>
            <a:chExt cx="174394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4394" cy="812800"/>
            </a:xfrm>
            <a:custGeom>
              <a:avLst/>
              <a:gdLst/>
              <a:ahLst/>
              <a:cxnLst/>
              <a:rect r="r" b="b" t="t" l="l"/>
              <a:pathLst>
                <a:path h="812800" w="174394">
                  <a:moveTo>
                    <a:pt x="0" y="0"/>
                  </a:moveTo>
                  <a:lnTo>
                    <a:pt x="174394" y="0"/>
                  </a:lnTo>
                  <a:lnTo>
                    <a:pt x="17439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74394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625848" y="7171340"/>
            <a:ext cx="662152" cy="3086100"/>
            <a:chOff x="0" y="0"/>
            <a:chExt cx="174394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4394" cy="812800"/>
            </a:xfrm>
            <a:custGeom>
              <a:avLst/>
              <a:gdLst/>
              <a:ahLst/>
              <a:cxnLst/>
              <a:rect r="r" b="b" t="t" l="l"/>
              <a:pathLst>
                <a:path h="812800" w="174394">
                  <a:moveTo>
                    <a:pt x="0" y="0"/>
                  </a:moveTo>
                  <a:lnTo>
                    <a:pt x="174394" y="0"/>
                  </a:lnTo>
                  <a:lnTo>
                    <a:pt x="17439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74394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5400000">
            <a:off x="16413874" y="8412874"/>
            <a:ext cx="662152" cy="3086100"/>
            <a:chOff x="0" y="0"/>
            <a:chExt cx="174394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4394" cy="812800"/>
            </a:xfrm>
            <a:custGeom>
              <a:avLst/>
              <a:gdLst/>
              <a:ahLst/>
              <a:cxnLst/>
              <a:rect r="r" b="b" t="t" l="l"/>
              <a:pathLst>
                <a:path h="812800" w="174394">
                  <a:moveTo>
                    <a:pt x="0" y="0"/>
                  </a:moveTo>
                  <a:lnTo>
                    <a:pt x="174394" y="0"/>
                  </a:lnTo>
                  <a:lnTo>
                    <a:pt x="17439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74394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28700" y="999140"/>
            <a:ext cx="2348740" cy="2348740"/>
          </a:xfrm>
          <a:custGeom>
            <a:avLst/>
            <a:gdLst/>
            <a:ahLst/>
            <a:cxnLst/>
            <a:rect r="r" b="b" t="t" l="l"/>
            <a:pathLst>
              <a:path h="2348740" w="2348740">
                <a:moveTo>
                  <a:pt x="0" y="0"/>
                </a:moveTo>
                <a:lnTo>
                  <a:pt x="2348740" y="0"/>
                </a:lnTo>
                <a:lnTo>
                  <a:pt x="2348740" y="2348740"/>
                </a:lnTo>
                <a:lnTo>
                  <a:pt x="0" y="23487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758261" y="6757261"/>
            <a:ext cx="2501039" cy="2501039"/>
          </a:xfrm>
          <a:custGeom>
            <a:avLst/>
            <a:gdLst/>
            <a:ahLst/>
            <a:cxnLst/>
            <a:rect r="r" b="b" t="t" l="l"/>
            <a:pathLst>
              <a:path h="2501039" w="2501039">
                <a:moveTo>
                  <a:pt x="0" y="0"/>
                </a:moveTo>
                <a:lnTo>
                  <a:pt x="2501039" y="0"/>
                </a:lnTo>
                <a:lnTo>
                  <a:pt x="2501039" y="2501039"/>
                </a:lnTo>
                <a:lnTo>
                  <a:pt x="0" y="25010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3865344"/>
            <a:ext cx="16245111" cy="264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73"/>
              </a:lnSpc>
            </a:pPr>
            <a:r>
              <a:rPr lang="en-US" sz="15409">
                <a:solidFill>
                  <a:srgbClr val="0C326D"/>
                </a:solidFill>
                <a:latin typeface="Lovelo"/>
                <a:ea typeface="Lovelo"/>
                <a:cs typeface="Lovelo"/>
                <a:sym typeface="Lovelo"/>
              </a:rPr>
              <a:t>DEMOSTRACIÓN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182380" y="194041"/>
            <a:ext cx="1855865" cy="61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8"/>
              </a:lnSpc>
              <a:spcBef>
                <a:spcPct val="0"/>
              </a:spcBef>
            </a:pPr>
            <a:r>
              <a:rPr lang="en-US" b="true" sz="363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Athletia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0D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076759" y="0"/>
            <a:ext cx="4211241" cy="5143500"/>
          </a:xfrm>
          <a:custGeom>
            <a:avLst/>
            <a:gdLst/>
            <a:ahLst/>
            <a:cxnLst/>
            <a:rect r="r" b="b" t="t" l="l"/>
            <a:pathLst>
              <a:path h="5143500" w="4211241">
                <a:moveTo>
                  <a:pt x="4211241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4211241" y="0"/>
                </a:lnTo>
                <a:lnTo>
                  <a:pt x="4211241" y="51435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4657138"/>
            <a:ext cx="4609449" cy="5629862"/>
          </a:xfrm>
          <a:custGeom>
            <a:avLst/>
            <a:gdLst/>
            <a:ahLst/>
            <a:cxnLst/>
            <a:rect r="r" b="b" t="t" l="l"/>
            <a:pathLst>
              <a:path h="5629862" w="4609449">
                <a:moveTo>
                  <a:pt x="0" y="0"/>
                </a:moveTo>
                <a:lnTo>
                  <a:pt x="4609449" y="0"/>
                </a:lnTo>
                <a:lnTo>
                  <a:pt x="4609449" y="5629862"/>
                </a:lnTo>
                <a:lnTo>
                  <a:pt x="0" y="5629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4817" y="0"/>
            <a:ext cx="2087033" cy="2087033"/>
          </a:xfrm>
          <a:custGeom>
            <a:avLst/>
            <a:gdLst/>
            <a:ahLst/>
            <a:cxnLst/>
            <a:rect r="r" b="b" t="t" l="l"/>
            <a:pathLst>
              <a:path h="2087033" w="2087033">
                <a:moveTo>
                  <a:pt x="0" y="0"/>
                </a:moveTo>
                <a:lnTo>
                  <a:pt x="2087034" y="0"/>
                </a:lnTo>
                <a:lnTo>
                  <a:pt x="2087034" y="2087033"/>
                </a:lnTo>
                <a:lnTo>
                  <a:pt x="0" y="2087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32713" y="8750300"/>
            <a:ext cx="1536700" cy="1536700"/>
          </a:xfrm>
          <a:custGeom>
            <a:avLst/>
            <a:gdLst/>
            <a:ahLst/>
            <a:cxnLst/>
            <a:rect r="r" b="b" t="t" l="l"/>
            <a:pathLst>
              <a:path h="1536700" w="1536700">
                <a:moveTo>
                  <a:pt x="0" y="0"/>
                </a:moveTo>
                <a:lnTo>
                  <a:pt x="1536700" y="0"/>
                </a:lnTo>
                <a:lnTo>
                  <a:pt x="1536700" y="1536700"/>
                </a:lnTo>
                <a:lnTo>
                  <a:pt x="0" y="1536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05109" y="3200131"/>
            <a:ext cx="13477781" cy="2628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59"/>
              </a:lnSpc>
            </a:pPr>
            <a:r>
              <a:rPr lang="en-US" b="true" sz="15399">
                <a:solidFill>
                  <a:srgbClr val="0C32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82380" y="194041"/>
            <a:ext cx="1855865" cy="61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8"/>
              </a:lnSpc>
              <a:spcBef>
                <a:spcPct val="0"/>
              </a:spcBef>
            </a:pPr>
            <a:r>
              <a:rPr lang="en-US" b="true" sz="363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Athletia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36729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1228522" y="-19509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225372" y="6356970"/>
            <a:ext cx="5934301" cy="676932"/>
            <a:chOff x="0" y="0"/>
            <a:chExt cx="1562943" cy="1782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62943" cy="178287"/>
            </a:xfrm>
            <a:custGeom>
              <a:avLst/>
              <a:gdLst/>
              <a:ahLst/>
              <a:cxnLst/>
              <a:rect r="r" b="b" t="t" l="l"/>
              <a:pathLst>
                <a:path h="178287" w="1562943">
                  <a:moveTo>
                    <a:pt x="66535" y="0"/>
                  </a:moveTo>
                  <a:lnTo>
                    <a:pt x="1496409" y="0"/>
                  </a:lnTo>
                  <a:cubicBezTo>
                    <a:pt x="1533155" y="0"/>
                    <a:pt x="1562943" y="29789"/>
                    <a:pt x="1562943" y="66535"/>
                  </a:cubicBezTo>
                  <a:lnTo>
                    <a:pt x="1562943" y="111752"/>
                  </a:lnTo>
                  <a:cubicBezTo>
                    <a:pt x="1562943" y="148498"/>
                    <a:pt x="1533155" y="178287"/>
                    <a:pt x="1496409" y="178287"/>
                  </a:cubicBezTo>
                  <a:lnTo>
                    <a:pt x="66535" y="178287"/>
                  </a:lnTo>
                  <a:cubicBezTo>
                    <a:pt x="48889" y="178287"/>
                    <a:pt x="31965" y="171277"/>
                    <a:pt x="19488" y="158799"/>
                  </a:cubicBezTo>
                  <a:cubicBezTo>
                    <a:pt x="7010" y="146321"/>
                    <a:pt x="0" y="129398"/>
                    <a:pt x="0" y="111752"/>
                  </a:cubicBezTo>
                  <a:lnTo>
                    <a:pt x="0" y="66535"/>
                  </a:lnTo>
                  <a:cubicBezTo>
                    <a:pt x="0" y="29789"/>
                    <a:pt x="29789" y="0"/>
                    <a:pt x="66535" y="0"/>
                  </a:cubicBez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62943" cy="216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405" y="1744341"/>
            <a:ext cx="2037574" cy="2037574"/>
          </a:xfrm>
          <a:custGeom>
            <a:avLst/>
            <a:gdLst/>
            <a:ahLst/>
            <a:cxnLst/>
            <a:rect r="r" b="b" t="t" l="l"/>
            <a:pathLst>
              <a:path h="2037574" w="2037574">
                <a:moveTo>
                  <a:pt x="0" y="0"/>
                </a:moveTo>
                <a:lnTo>
                  <a:pt x="2037574" y="0"/>
                </a:lnTo>
                <a:lnTo>
                  <a:pt x="2037574" y="2037574"/>
                </a:lnTo>
                <a:lnTo>
                  <a:pt x="0" y="20375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524354" y="7549626"/>
            <a:ext cx="2139731" cy="2139731"/>
          </a:xfrm>
          <a:custGeom>
            <a:avLst/>
            <a:gdLst/>
            <a:ahLst/>
            <a:cxnLst/>
            <a:rect r="r" b="b" t="t" l="l"/>
            <a:pathLst>
              <a:path h="2139731" w="2139731">
                <a:moveTo>
                  <a:pt x="0" y="0"/>
                </a:moveTo>
                <a:lnTo>
                  <a:pt x="2139730" y="0"/>
                </a:lnTo>
                <a:lnTo>
                  <a:pt x="2139730" y="2139730"/>
                </a:lnTo>
                <a:lnTo>
                  <a:pt x="0" y="21397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719191" y="2874551"/>
            <a:ext cx="2583574" cy="907364"/>
            <a:chOff x="0" y="0"/>
            <a:chExt cx="680448" cy="2389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0448" cy="238977"/>
            </a:xfrm>
            <a:custGeom>
              <a:avLst/>
              <a:gdLst/>
              <a:ahLst/>
              <a:cxnLst/>
              <a:rect r="r" b="b" t="t" l="l"/>
              <a:pathLst>
                <a:path h="238977" w="680448">
                  <a:moveTo>
                    <a:pt x="0" y="0"/>
                  </a:moveTo>
                  <a:lnTo>
                    <a:pt x="680448" y="0"/>
                  </a:lnTo>
                  <a:lnTo>
                    <a:pt x="680448" y="238977"/>
                  </a:lnTo>
                  <a:lnTo>
                    <a:pt x="0" y="238977"/>
                  </a:ln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80448" cy="277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683900" y="3705715"/>
            <a:ext cx="692020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C326D"/>
                </a:solidFill>
                <a:latin typeface="Lovelo"/>
                <a:ea typeface="Lovelo"/>
                <a:cs typeface="Lovelo"/>
                <a:sym typeface="Lovelo"/>
              </a:rPr>
              <a:t>¡GRACIAS!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83900" y="4889447"/>
            <a:ext cx="692020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C326D"/>
                </a:solidFill>
                <a:latin typeface="Lovelo"/>
                <a:ea typeface="Lovelo"/>
                <a:cs typeface="Lovelo"/>
                <a:sym typeface="Lovelo"/>
              </a:rPr>
              <a:t>PREGUNTAS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51802" y="6389316"/>
            <a:ext cx="4384396" cy="547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0"/>
              </a:lnSpc>
            </a:pPr>
            <a:r>
              <a:rPr lang="en-US" sz="317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PROYECTO: ATHLETIA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74041" y="2931938"/>
            <a:ext cx="2673874" cy="849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9"/>
              </a:lnSpc>
            </a:pPr>
            <a:r>
              <a:rPr lang="en-US" sz="4914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2025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405" y="0"/>
            <a:ext cx="5673495" cy="1393270"/>
          </a:xfrm>
          <a:custGeom>
            <a:avLst/>
            <a:gdLst/>
            <a:ahLst/>
            <a:cxnLst/>
            <a:rect r="r" b="b" t="t" l="l"/>
            <a:pathLst>
              <a:path h="1393270" w="5673495">
                <a:moveTo>
                  <a:pt x="0" y="0"/>
                </a:moveTo>
                <a:lnTo>
                  <a:pt x="5673495" y="0"/>
                </a:lnTo>
                <a:lnTo>
                  <a:pt x="5673495" y="1393270"/>
                </a:lnTo>
                <a:lnTo>
                  <a:pt x="0" y="13932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DAG4oonG850</dc:identifier>
  <dcterms:modified xsi:type="dcterms:W3CDTF">2011-08-01T06:04:30Z</dcterms:modified>
  <cp:revision>1</cp:revision>
  <dc:title>Athletia</dc:title>
</cp:coreProperties>
</file>